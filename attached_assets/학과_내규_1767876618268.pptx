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3" r:id="rId2"/>
    <p:sldId id="273" r:id="rId3"/>
  </p:sldIdLst>
  <p:sldSz cx="12188825" cy="6856413"/>
  <p:notesSz cx="12192000" cy="8864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9" d="100"/>
          <a:sy n="149" d="100"/>
        </p:scale>
        <p:origin x="644" y="72"/>
      </p:cViewPr>
      <p:guideLst>
        <p:guide orient="horz" pos="2880"/>
        <p:guide pos="215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3" d="100"/>
          <a:sy n="123" d="100"/>
        </p:scale>
        <p:origin x="2840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4445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4445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6E855-7B22-41B8-9C3D-8A11333E9F2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1108075"/>
            <a:ext cx="5321300" cy="29924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4265613"/>
            <a:ext cx="9753600" cy="34909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420100"/>
            <a:ext cx="5283200" cy="4445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8420100"/>
            <a:ext cx="5283200" cy="4445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A2B44-13F1-426A-B93B-2007A0C8D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612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921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808194" y="0"/>
            <a:ext cx="238063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1904999" y="2381249"/>
                </a:moveTo>
                <a:lnTo>
                  <a:pt x="1858249" y="2380675"/>
                </a:lnTo>
                <a:lnTo>
                  <a:pt x="1811526" y="2378955"/>
                </a:lnTo>
                <a:lnTo>
                  <a:pt x="1764860" y="2376088"/>
                </a:lnTo>
                <a:lnTo>
                  <a:pt x="1718277" y="2372076"/>
                </a:lnTo>
                <a:lnTo>
                  <a:pt x="1671806" y="2366923"/>
                </a:lnTo>
                <a:lnTo>
                  <a:pt x="1625476" y="2360630"/>
                </a:lnTo>
                <a:lnTo>
                  <a:pt x="1579316" y="2353203"/>
                </a:lnTo>
                <a:lnTo>
                  <a:pt x="1533351" y="2344645"/>
                </a:lnTo>
                <a:lnTo>
                  <a:pt x="1487611" y="2334962"/>
                </a:lnTo>
                <a:lnTo>
                  <a:pt x="1442122" y="2324159"/>
                </a:lnTo>
                <a:lnTo>
                  <a:pt x="1396912" y="2312243"/>
                </a:lnTo>
                <a:lnTo>
                  <a:pt x="1352008" y="2299220"/>
                </a:lnTo>
                <a:lnTo>
                  <a:pt x="1307436" y="2285100"/>
                </a:lnTo>
                <a:lnTo>
                  <a:pt x="1263223" y="2269891"/>
                </a:lnTo>
                <a:lnTo>
                  <a:pt x="1219398" y="2253600"/>
                </a:lnTo>
                <a:lnTo>
                  <a:pt x="1175987" y="2236239"/>
                </a:lnTo>
                <a:lnTo>
                  <a:pt x="1133014" y="2217819"/>
                </a:lnTo>
                <a:lnTo>
                  <a:pt x="1090506" y="2198348"/>
                </a:lnTo>
                <a:lnTo>
                  <a:pt x="1048489" y="2177841"/>
                </a:lnTo>
                <a:lnTo>
                  <a:pt x="1006988" y="2156309"/>
                </a:lnTo>
                <a:lnTo>
                  <a:pt x="966028" y="2133765"/>
                </a:lnTo>
                <a:lnTo>
                  <a:pt x="925632" y="2110222"/>
                </a:lnTo>
                <a:lnTo>
                  <a:pt x="885828" y="2085695"/>
                </a:lnTo>
                <a:lnTo>
                  <a:pt x="846637" y="2060198"/>
                </a:lnTo>
                <a:lnTo>
                  <a:pt x="808085" y="2033748"/>
                </a:lnTo>
                <a:lnTo>
                  <a:pt x="770192" y="2006359"/>
                </a:lnTo>
                <a:lnTo>
                  <a:pt x="732983" y="1978049"/>
                </a:lnTo>
                <a:lnTo>
                  <a:pt x="696480" y="1948834"/>
                </a:lnTo>
                <a:lnTo>
                  <a:pt x="660706" y="1918732"/>
                </a:lnTo>
                <a:lnTo>
                  <a:pt x="625680" y="1887761"/>
                </a:lnTo>
                <a:lnTo>
                  <a:pt x="591424" y="1855940"/>
                </a:lnTo>
                <a:lnTo>
                  <a:pt x="557961" y="1823288"/>
                </a:lnTo>
                <a:lnTo>
                  <a:pt x="525308" y="1789824"/>
                </a:lnTo>
                <a:lnTo>
                  <a:pt x="493487" y="1755569"/>
                </a:lnTo>
                <a:lnTo>
                  <a:pt x="462516" y="1720543"/>
                </a:lnTo>
                <a:lnTo>
                  <a:pt x="432415" y="1684768"/>
                </a:lnTo>
                <a:lnTo>
                  <a:pt x="403200" y="1648265"/>
                </a:lnTo>
                <a:lnTo>
                  <a:pt x="374889" y="1611056"/>
                </a:lnTo>
                <a:lnTo>
                  <a:pt x="347500" y="1573164"/>
                </a:lnTo>
                <a:lnTo>
                  <a:pt x="321048" y="1534610"/>
                </a:lnTo>
                <a:lnTo>
                  <a:pt x="295552" y="1495420"/>
                </a:lnTo>
                <a:lnTo>
                  <a:pt x="271026" y="1455615"/>
                </a:lnTo>
                <a:lnTo>
                  <a:pt x="247483" y="1415220"/>
                </a:lnTo>
                <a:lnTo>
                  <a:pt x="224939" y="1374260"/>
                </a:lnTo>
                <a:lnTo>
                  <a:pt x="203407" y="1332759"/>
                </a:lnTo>
                <a:lnTo>
                  <a:pt x="182899" y="1290742"/>
                </a:lnTo>
                <a:lnTo>
                  <a:pt x="163429" y="1248234"/>
                </a:lnTo>
                <a:lnTo>
                  <a:pt x="145008" y="1205261"/>
                </a:lnTo>
                <a:lnTo>
                  <a:pt x="127647" y="1161849"/>
                </a:lnTo>
                <a:lnTo>
                  <a:pt x="111357" y="1118024"/>
                </a:lnTo>
                <a:lnTo>
                  <a:pt x="96147" y="1073813"/>
                </a:lnTo>
                <a:lnTo>
                  <a:pt x="82027" y="1029242"/>
                </a:lnTo>
                <a:lnTo>
                  <a:pt x="69004" y="984337"/>
                </a:lnTo>
                <a:lnTo>
                  <a:pt x="57088" y="939126"/>
                </a:lnTo>
                <a:lnTo>
                  <a:pt x="46286" y="893637"/>
                </a:lnTo>
                <a:lnTo>
                  <a:pt x="36603" y="847896"/>
                </a:lnTo>
                <a:lnTo>
                  <a:pt x="28045" y="801932"/>
                </a:lnTo>
                <a:lnTo>
                  <a:pt x="20617" y="755771"/>
                </a:lnTo>
                <a:lnTo>
                  <a:pt x="14326" y="709442"/>
                </a:lnTo>
                <a:lnTo>
                  <a:pt x="9173" y="662972"/>
                </a:lnTo>
                <a:lnTo>
                  <a:pt x="5161" y="616390"/>
                </a:lnTo>
                <a:lnTo>
                  <a:pt x="2294" y="569723"/>
                </a:lnTo>
                <a:lnTo>
                  <a:pt x="573" y="523000"/>
                </a:lnTo>
                <a:lnTo>
                  <a:pt x="0" y="476249"/>
                </a:lnTo>
                <a:lnTo>
                  <a:pt x="143" y="452870"/>
                </a:lnTo>
                <a:lnTo>
                  <a:pt x="1290" y="406133"/>
                </a:lnTo>
                <a:lnTo>
                  <a:pt x="3584" y="359432"/>
                </a:lnTo>
                <a:lnTo>
                  <a:pt x="7024" y="312807"/>
                </a:lnTo>
                <a:lnTo>
                  <a:pt x="11607" y="266274"/>
                </a:lnTo>
                <a:lnTo>
                  <a:pt x="17330" y="219875"/>
                </a:lnTo>
                <a:lnTo>
                  <a:pt x="24190" y="173623"/>
                </a:lnTo>
                <a:lnTo>
                  <a:pt x="32183" y="127560"/>
                </a:lnTo>
                <a:lnTo>
                  <a:pt x="41305" y="81701"/>
                </a:lnTo>
                <a:lnTo>
                  <a:pt x="51547" y="36086"/>
                </a:lnTo>
                <a:lnTo>
                  <a:pt x="2381250" y="0"/>
                </a:lnTo>
                <a:lnTo>
                  <a:pt x="2381250" y="2320721"/>
                </a:lnTo>
                <a:lnTo>
                  <a:pt x="2322385" y="2334962"/>
                </a:lnTo>
                <a:lnTo>
                  <a:pt x="2276644" y="2344645"/>
                </a:lnTo>
                <a:lnTo>
                  <a:pt x="2230680" y="2353203"/>
                </a:lnTo>
                <a:lnTo>
                  <a:pt x="2184519" y="2360630"/>
                </a:lnTo>
                <a:lnTo>
                  <a:pt x="2138191" y="2366923"/>
                </a:lnTo>
                <a:lnTo>
                  <a:pt x="2091722" y="2372076"/>
                </a:lnTo>
                <a:lnTo>
                  <a:pt x="2045139" y="2376088"/>
                </a:lnTo>
                <a:lnTo>
                  <a:pt x="1998474" y="2378955"/>
                </a:lnTo>
                <a:lnTo>
                  <a:pt x="1951752" y="2380675"/>
                </a:lnTo>
                <a:lnTo>
                  <a:pt x="1904999" y="2381249"/>
                </a:lnTo>
                <a:close/>
              </a:path>
            </a:pathLst>
          </a:custGeom>
          <a:solidFill>
            <a:srgbClr val="1D4D8B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4952999"/>
            <a:ext cx="1904504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823263" y="1904999"/>
                </a:moveTo>
                <a:lnTo>
                  <a:pt x="0" y="1904999"/>
                </a:lnTo>
                <a:lnTo>
                  <a:pt x="0" y="81735"/>
                </a:lnTo>
                <a:lnTo>
                  <a:pt x="44757" y="66714"/>
                </a:lnTo>
                <a:lnTo>
                  <a:pt x="95184" y="51754"/>
                </a:lnTo>
                <a:lnTo>
                  <a:pt x="146126" y="38661"/>
                </a:lnTo>
                <a:lnTo>
                  <a:pt x="197514" y="27452"/>
                </a:lnTo>
                <a:lnTo>
                  <a:pt x="249280" y="18142"/>
                </a:lnTo>
                <a:lnTo>
                  <a:pt x="301355" y="10744"/>
                </a:lnTo>
                <a:lnTo>
                  <a:pt x="353668" y="5267"/>
                </a:lnTo>
                <a:lnTo>
                  <a:pt x="406144" y="1721"/>
                </a:lnTo>
                <a:lnTo>
                  <a:pt x="458715" y="0"/>
                </a:lnTo>
                <a:lnTo>
                  <a:pt x="493784" y="0"/>
                </a:lnTo>
                <a:lnTo>
                  <a:pt x="546355" y="1721"/>
                </a:lnTo>
                <a:lnTo>
                  <a:pt x="598831" y="5267"/>
                </a:lnTo>
                <a:lnTo>
                  <a:pt x="651144" y="10744"/>
                </a:lnTo>
                <a:lnTo>
                  <a:pt x="703219" y="18142"/>
                </a:lnTo>
                <a:lnTo>
                  <a:pt x="754985" y="27452"/>
                </a:lnTo>
                <a:lnTo>
                  <a:pt x="806372" y="38661"/>
                </a:lnTo>
                <a:lnTo>
                  <a:pt x="857315" y="51754"/>
                </a:lnTo>
                <a:lnTo>
                  <a:pt x="907742" y="66714"/>
                </a:lnTo>
                <a:lnTo>
                  <a:pt x="957581" y="83518"/>
                </a:lnTo>
                <a:lnTo>
                  <a:pt x="1006768" y="102146"/>
                </a:lnTo>
                <a:lnTo>
                  <a:pt x="1055238" y="122572"/>
                </a:lnTo>
                <a:lnTo>
                  <a:pt x="1102923" y="144769"/>
                </a:lnTo>
                <a:lnTo>
                  <a:pt x="1149757" y="168705"/>
                </a:lnTo>
                <a:lnTo>
                  <a:pt x="1195679" y="194347"/>
                </a:lnTo>
                <a:lnTo>
                  <a:pt x="1240627" y="221664"/>
                </a:lnTo>
                <a:lnTo>
                  <a:pt x="1284540" y="250617"/>
                </a:lnTo>
                <a:lnTo>
                  <a:pt x="1327355" y="281166"/>
                </a:lnTo>
                <a:lnTo>
                  <a:pt x="1369016" y="313270"/>
                </a:lnTo>
                <a:lnTo>
                  <a:pt x="1409470" y="346887"/>
                </a:lnTo>
                <a:lnTo>
                  <a:pt x="1448659" y="381970"/>
                </a:lnTo>
                <a:lnTo>
                  <a:pt x="1486528" y="418470"/>
                </a:lnTo>
                <a:lnTo>
                  <a:pt x="1523028" y="456339"/>
                </a:lnTo>
                <a:lnTo>
                  <a:pt x="1558112" y="495528"/>
                </a:lnTo>
                <a:lnTo>
                  <a:pt x="1591729" y="535982"/>
                </a:lnTo>
                <a:lnTo>
                  <a:pt x="1623832" y="577644"/>
                </a:lnTo>
                <a:lnTo>
                  <a:pt x="1654381" y="620458"/>
                </a:lnTo>
                <a:lnTo>
                  <a:pt x="1683334" y="664371"/>
                </a:lnTo>
                <a:lnTo>
                  <a:pt x="1710651" y="709319"/>
                </a:lnTo>
                <a:lnTo>
                  <a:pt x="1736294" y="755241"/>
                </a:lnTo>
                <a:lnTo>
                  <a:pt x="1760230" y="802075"/>
                </a:lnTo>
                <a:lnTo>
                  <a:pt x="1782426" y="849760"/>
                </a:lnTo>
                <a:lnTo>
                  <a:pt x="1802853" y="898230"/>
                </a:lnTo>
                <a:lnTo>
                  <a:pt x="1821480" y="947417"/>
                </a:lnTo>
                <a:lnTo>
                  <a:pt x="1838285" y="997256"/>
                </a:lnTo>
                <a:lnTo>
                  <a:pt x="1853244" y="1047683"/>
                </a:lnTo>
                <a:lnTo>
                  <a:pt x="1866338" y="1098625"/>
                </a:lnTo>
                <a:lnTo>
                  <a:pt x="1877546" y="1150013"/>
                </a:lnTo>
                <a:lnTo>
                  <a:pt x="1886856" y="1201779"/>
                </a:lnTo>
                <a:lnTo>
                  <a:pt x="1894255" y="1253854"/>
                </a:lnTo>
                <a:lnTo>
                  <a:pt x="1899731" y="1306168"/>
                </a:lnTo>
                <a:lnTo>
                  <a:pt x="1903278" y="1358644"/>
                </a:lnTo>
                <a:lnTo>
                  <a:pt x="1904999" y="1411215"/>
                </a:lnTo>
                <a:lnTo>
                  <a:pt x="1904999" y="1446284"/>
                </a:lnTo>
                <a:lnTo>
                  <a:pt x="1903278" y="1498855"/>
                </a:lnTo>
                <a:lnTo>
                  <a:pt x="1899731" y="1551331"/>
                </a:lnTo>
                <a:lnTo>
                  <a:pt x="1894255" y="1603643"/>
                </a:lnTo>
                <a:lnTo>
                  <a:pt x="1886856" y="1655719"/>
                </a:lnTo>
                <a:lnTo>
                  <a:pt x="1877546" y="1707484"/>
                </a:lnTo>
                <a:lnTo>
                  <a:pt x="1866338" y="1758872"/>
                </a:lnTo>
                <a:lnTo>
                  <a:pt x="1853244" y="1809815"/>
                </a:lnTo>
                <a:lnTo>
                  <a:pt x="1838285" y="1860242"/>
                </a:lnTo>
                <a:lnTo>
                  <a:pt x="1823263" y="1904999"/>
                </a:lnTo>
                <a:close/>
              </a:path>
            </a:pathLst>
          </a:custGeom>
          <a:solidFill>
            <a:srgbClr val="003775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904503" y="952499"/>
            <a:ext cx="761802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0999" y="761999"/>
                </a:moveTo>
                <a:lnTo>
                  <a:pt x="334358" y="759134"/>
                </a:lnTo>
                <a:lnTo>
                  <a:pt x="288424" y="750582"/>
                </a:lnTo>
                <a:lnTo>
                  <a:pt x="243882" y="736471"/>
                </a:lnTo>
                <a:lnTo>
                  <a:pt x="201397" y="717011"/>
                </a:lnTo>
                <a:lnTo>
                  <a:pt x="161614" y="692498"/>
                </a:lnTo>
                <a:lnTo>
                  <a:pt x="125135" y="663302"/>
                </a:lnTo>
                <a:lnTo>
                  <a:pt x="92505" y="629861"/>
                </a:lnTo>
                <a:lnTo>
                  <a:pt x="64209" y="592672"/>
                </a:lnTo>
                <a:lnTo>
                  <a:pt x="40679" y="552299"/>
                </a:lnTo>
                <a:lnTo>
                  <a:pt x="22271" y="509355"/>
                </a:lnTo>
                <a:lnTo>
                  <a:pt x="9257" y="464480"/>
                </a:lnTo>
                <a:lnTo>
                  <a:pt x="1834" y="418344"/>
                </a:lnTo>
                <a:lnTo>
                  <a:pt x="0" y="380999"/>
                </a:lnTo>
                <a:lnTo>
                  <a:pt x="114" y="371646"/>
                </a:lnTo>
                <a:lnTo>
                  <a:pt x="4123" y="325095"/>
                </a:lnTo>
                <a:lnTo>
                  <a:pt x="13800" y="279385"/>
                </a:lnTo>
                <a:lnTo>
                  <a:pt x="29001" y="235197"/>
                </a:lnTo>
                <a:lnTo>
                  <a:pt x="49497" y="193203"/>
                </a:lnTo>
                <a:lnTo>
                  <a:pt x="74977" y="154038"/>
                </a:lnTo>
                <a:lnTo>
                  <a:pt x="105059" y="118286"/>
                </a:lnTo>
                <a:lnTo>
                  <a:pt x="139296" y="86482"/>
                </a:lnTo>
                <a:lnTo>
                  <a:pt x="177167" y="59108"/>
                </a:lnTo>
                <a:lnTo>
                  <a:pt x="218101" y="36579"/>
                </a:lnTo>
                <a:lnTo>
                  <a:pt x="261484" y="19230"/>
                </a:lnTo>
                <a:lnTo>
                  <a:pt x="306670" y="7320"/>
                </a:lnTo>
                <a:lnTo>
                  <a:pt x="352974" y="1032"/>
                </a:lnTo>
                <a:lnTo>
                  <a:pt x="380999" y="0"/>
                </a:lnTo>
                <a:lnTo>
                  <a:pt x="390353" y="114"/>
                </a:lnTo>
                <a:lnTo>
                  <a:pt x="436904" y="4123"/>
                </a:lnTo>
                <a:lnTo>
                  <a:pt x="482614" y="13800"/>
                </a:lnTo>
                <a:lnTo>
                  <a:pt x="526801" y="29001"/>
                </a:lnTo>
                <a:lnTo>
                  <a:pt x="568796" y="49498"/>
                </a:lnTo>
                <a:lnTo>
                  <a:pt x="607961" y="74977"/>
                </a:lnTo>
                <a:lnTo>
                  <a:pt x="643712" y="105059"/>
                </a:lnTo>
                <a:lnTo>
                  <a:pt x="675516" y="139296"/>
                </a:lnTo>
                <a:lnTo>
                  <a:pt x="702890" y="177168"/>
                </a:lnTo>
                <a:lnTo>
                  <a:pt x="725419" y="218101"/>
                </a:lnTo>
                <a:lnTo>
                  <a:pt x="742769" y="261484"/>
                </a:lnTo>
                <a:lnTo>
                  <a:pt x="754678" y="306670"/>
                </a:lnTo>
                <a:lnTo>
                  <a:pt x="760968" y="352974"/>
                </a:lnTo>
                <a:lnTo>
                  <a:pt x="761999" y="380999"/>
                </a:lnTo>
                <a:lnTo>
                  <a:pt x="761885" y="390352"/>
                </a:lnTo>
                <a:lnTo>
                  <a:pt x="757876" y="436904"/>
                </a:lnTo>
                <a:lnTo>
                  <a:pt x="748199" y="482614"/>
                </a:lnTo>
                <a:lnTo>
                  <a:pt x="732997" y="526802"/>
                </a:lnTo>
                <a:lnTo>
                  <a:pt x="712501" y="568796"/>
                </a:lnTo>
                <a:lnTo>
                  <a:pt x="687021" y="607961"/>
                </a:lnTo>
                <a:lnTo>
                  <a:pt x="656939" y="643712"/>
                </a:lnTo>
                <a:lnTo>
                  <a:pt x="622703" y="675516"/>
                </a:lnTo>
                <a:lnTo>
                  <a:pt x="584831" y="702890"/>
                </a:lnTo>
                <a:lnTo>
                  <a:pt x="543898" y="725420"/>
                </a:lnTo>
                <a:lnTo>
                  <a:pt x="500515" y="742769"/>
                </a:lnTo>
                <a:lnTo>
                  <a:pt x="455329" y="754679"/>
                </a:lnTo>
                <a:lnTo>
                  <a:pt x="409025" y="760968"/>
                </a:lnTo>
                <a:lnTo>
                  <a:pt x="380999" y="761999"/>
                </a:lnTo>
                <a:close/>
              </a:path>
            </a:pathLst>
          </a:custGeom>
          <a:solidFill>
            <a:srgbClr val="FF7D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41618" y="4286249"/>
            <a:ext cx="1142702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571499" y="1142999"/>
                </a:moveTo>
                <a:lnTo>
                  <a:pt x="529462" y="1141452"/>
                </a:lnTo>
                <a:lnTo>
                  <a:pt x="487643" y="1136814"/>
                </a:lnTo>
                <a:lnTo>
                  <a:pt x="446278" y="1129112"/>
                </a:lnTo>
                <a:lnTo>
                  <a:pt x="405601" y="1118390"/>
                </a:lnTo>
                <a:lnTo>
                  <a:pt x="365822" y="1104706"/>
                </a:lnTo>
                <a:lnTo>
                  <a:pt x="327151" y="1088129"/>
                </a:lnTo>
                <a:lnTo>
                  <a:pt x="289804" y="1068751"/>
                </a:lnTo>
                <a:lnTo>
                  <a:pt x="253990" y="1046683"/>
                </a:lnTo>
                <a:lnTo>
                  <a:pt x="219897" y="1022042"/>
                </a:lnTo>
                <a:lnTo>
                  <a:pt x="187703" y="994953"/>
                </a:lnTo>
                <a:lnTo>
                  <a:pt x="157589" y="965569"/>
                </a:lnTo>
                <a:lnTo>
                  <a:pt x="129724" y="934055"/>
                </a:lnTo>
                <a:lnTo>
                  <a:pt x="104251" y="900577"/>
                </a:lnTo>
                <a:lnTo>
                  <a:pt x="81306" y="865309"/>
                </a:lnTo>
                <a:lnTo>
                  <a:pt x="61018" y="828448"/>
                </a:lnTo>
                <a:lnTo>
                  <a:pt x="43501" y="790202"/>
                </a:lnTo>
                <a:lnTo>
                  <a:pt x="28844" y="750772"/>
                </a:lnTo>
                <a:lnTo>
                  <a:pt x="17125" y="710362"/>
                </a:lnTo>
                <a:lnTo>
                  <a:pt x="8412" y="669200"/>
                </a:lnTo>
                <a:lnTo>
                  <a:pt x="2751" y="627516"/>
                </a:lnTo>
                <a:lnTo>
                  <a:pt x="171" y="585529"/>
                </a:lnTo>
                <a:lnTo>
                  <a:pt x="0" y="571499"/>
                </a:lnTo>
                <a:lnTo>
                  <a:pt x="171" y="557470"/>
                </a:lnTo>
                <a:lnTo>
                  <a:pt x="2751" y="515483"/>
                </a:lnTo>
                <a:lnTo>
                  <a:pt x="8412" y="473799"/>
                </a:lnTo>
                <a:lnTo>
                  <a:pt x="17125" y="432636"/>
                </a:lnTo>
                <a:lnTo>
                  <a:pt x="28844" y="392226"/>
                </a:lnTo>
                <a:lnTo>
                  <a:pt x="43501" y="352795"/>
                </a:lnTo>
                <a:lnTo>
                  <a:pt x="61018" y="314550"/>
                </a:lnTo>
                <a:lnTo>
                  <a:pt x="81305" y="277689"/>
                </a:lnTo>
                <a:lnTo>
                  <a:pt x="104251" y="242421"/>
                </a:lnTo>
                <a:lnTo>
                  <a:pt x="129723" y="208944"/>
                </a:lnTo>
                <a:lnTo>
                  <a:pt x="157589" y="177430"/>
                </a:lnTo>
                <a:lnTo>
                  <a:pt x="187703" y="148046"/>
                </a:lnTo>
                <a:lnTo>
                  <a:pt x="219898" y="120957"/>
                </a:lnTo>
                <a:lnTo>
                  <a:pt x="253990" y="96314"/>
                </a:lnTo>
                <a:lnTo>
                  <a:pt x="289804" y="74247"/>
                </a:lnTo>
                <a:lnTo>
                  <a:pt x="327151" y="54869"/>
                </a:lnTo>
                <a:lnTo>
                  <a:pt x="365822" y="38292"/>
                </a:lnTo>
                <a:lnTo>
                  <a:pt x="405601" y="24608"/>
                </a:lnTo>
                <a:lnTo>
                  <a:pt x="446278" y="13886"/>
                </a:lnTo>
                <a:lnTo>
                  <a:pt x="487643" y="6185"/>
                </a:lnTo>
                <a:lnTo>
                  <a:pt x="529462" y="1548"/>
                </a:lnTo>
                <a:lnTo>
                  <a:pt x="571499" y="0"/>
                </a:lnTo>
                <a:lnTo>
                  <a:pt x="585529" y="172"/>
                </a:lnTo>
                <a:lnTo>
                  <a:pt x="627516" y="2752"/>
                </a:lnTo>
                <a:lnTo>
                  <a:pt x="669200" y="8412"/>
                </a:lnTo>
                <a:lnTo>
                  <a:pt x="710363" y="17126"/>
                </a:lnTo>
                <a:lnTo>
                  <a:pt x="750773" y="28845"/>
                </a:lnTo>
                <a:lnTo>
                  <a:pt x="790201" y="43502"/>
                </a:lnTo>
                <a:lnTo>
                  <a:pt x="828447" y="61020"/>
                </a:lnTo>
                <a:lnTo>
                  <a:pt x="865307" y="81307"/>
                </a:lnTo>
                <a:lnTo>
                  <a:pt x="900575" y="104252"/>
                </a:lnTo>
                <a:lnTo>
                  <a:pt x="934054" y="129724"/>
                </a:lnTo>
                <a:lnTo>
                  <a:pt x="965568" y="157589"/>
                </a:lnTo>
                <a:lnTo>
                  <a:pt x="994952" y="187703"/>
                </a:lnTo>
                <a:lnTo>
                  <a:pt x="1022041" y="219898"/>
                </a:lnTo>
                <a:lnTo>
                  <a:pt x="1046683" y="253991"/>
                </a:lnTo>
                <a:lnTo>
                  <a:pt x="1068751" y="289804"/>
                </a:lnTo>
                <a:lnTo>
                  <a:pt x="1088128" y="327151"/>
                </a:lnTo>
                <a:lnTo>
                  <a:pt x="1104706" y="365823"/>
                </a:lnTo>
                <a:lnTo>
                  <a:pt x="1118390" y="405602"/>
                </a:lnTo>
                <a:lnTo>
                  <a:pt x="1129112" y="446279"/>
                </a:lnTo>
                <a:lnTo>
                  <a:pt x="1136814" y="487643"/>
                </a:lnTo>
                <a:lnTo>
                  <a:pt x="1141451" y="529462"/>
                </a:lnTo>
                <a:lnTo>
                  <a:pt x="1142999" y="571499"/>
                </a:lnTo>
                <a:lnTo>
                  <a:pt x="1142827" y="585529"/>
                </a:lnTo>
                <a:lnTo>
                  <a:pt x="1140247" y="627516"/>
                </a:lnTo>
                <a:lnTo>
                  <a:pt x="1134586" y="669200"/>
                </a:lnTo>
                <a:lnTo>
                  <a:pt x="1125872" y="710362"/>
                </a:lnTo>
                <a:lnTo>
                  <a:pt x="1114153" y="750772"/>
                </a:lnTo>
                <a:lnTo>
                  <a:pt x="1099495" y="790202"/>
                </a:lnTo>
                <a:lnTo>
                  <a:pt x="1081978" y="828448"/>
                </a:lnTo>
                <a:lnTo>
                  <a:pt x="1061691" y="865309"/>
                </a:lnTo>
                <a:lnTo>
                  <a:pt x="1038746" y="900577"/>
                </a:lnTo>
                <a:lnTo>
                  <a:pt x="1013274" y="934055"/>
                </a:lnTo>
                <a:lnTo>
                  <a:pt x="985408" y="965569"/>
                </a:lnTo>
                <a:lnTo>
                  <a:pt x="955294" y="994953"/>
                </a:lnTo>
                <a:lnTo>
                  <a:pt x="923100" y="1022042"/>
                </a:lnTo>
                <a:lnTo>
                  <a:pt x="889006" y="1046684"/>
                </a:lnTo>
                <a:lnTo>
                  <a:pt x="853192" y="1068752"/>
                </a:lnTo>
                <a:lnTo>
                  <a:pt x="815846" y="1088129"/>
                </a:lnTo>
                <a:lnTo>
                  <a:pt x="777175" y="1104706"/>
                </a:lnTo>
                <a:lnTo>
                  <a:pt x="737396" y="1118390"/>
                </a:lnTo>
                <a:lnTo>
                  <a:pt x="696719" y="1129112"/>
                </a:lnTo>
                <a:lnTo>
                  <a:pt x="655356" y="1136814"/>
                </a:lnTo>
                <a:lnTo>
                  <a:pt x="613537" y="1141452"/>
                </a:lnTo>
                <a:lnTo>
                  <a:pt x="571499" y="1142999"/>
                </a:lnTo>
                <a:close/>
              </a:path>
            </a:pathLst>
          </a:custGeom>
          <a:solidFill>
            <a:srgbClr val="FF7D00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866277" y="962024"/>
            <a:ext cx="266631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99" y="133349"/>
                </a:moveTo>
                <a:lnTo>
                  <a:pt x="260959" y="172059"/>
                </a:lnTo>
                <a:lnTo>
                  <a:pt x="244226" y="207435"/>
                </a:lnTo>
                <a:lnTo>
                  <a:pt x="217946" y="236431"/>
                </a:lnTo>
                <a:lnTo>
                  <a:pt x="184380" y="256549"/>
                </a:lnTo>
                <a:lnTo>
                  <a:pt x="146420" y="266059"/>
                </a:lnTo>
                <a:lnTo>
                  <a:pt x="133349" y="266699"/>
                </a:lnTo>
                <a:lnTo>
                  <a:pt x="126798" y="266539"/>
                </a:lnTo>
                <a:lnTo>
                  <a:pt x="88432" y="258908"/>
                </a:lnTo>
                <a:lnTo>
                  <a:pt x="53906" y="240453"/>
                </a:lnTo>
                <a:lnTo>
                  <a:pt x="26245" y="212793"/>
                </a:lnTo>
                <a:lnTo>
                  <a:pt x="7791" y="178266"/>
                </a:lnTo>
                <a:lnTo>
                  <a:pt x="159" y="139901"/>
                </a:lnTo>
                <a:lnTo>
                  <a:pt x="0" y="133349"/>
                </a:lnTo>
                <a:lnTo>
                  <a:pt x="159" y="126798"/>
                </a:lnTo>
                <a:lnTo>
                  <a:pt x="7791" y="88432"/>
                </a:lnTo>
                <a:lnTo>
                  <a:pt x="26245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0" y="160"/>
                </a:lnTo>
                <a:lnTo>
                  <a:pt x="178266" y="7791"/>
                </a:lnTo>
                <a:lnTo>
                  <a:pt x="212792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close/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5491" y="1428750"/>
            <a:ext cx="190450" cy="19049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0629" y="4714874"/>
            <a:ext cx="238063" cy="23812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36978" y="5286374"/>
            <a:ext cx="142838" cy="14287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74823" y="2857500"/>
            <a:ext cx="209496" cy="209549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09007" y="3829050"/>
            <a:ext cx="171404" cy="171449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5427835" y="1457324"/>
            <a:ext cx="1333153" cy="1333500"/>
          </a:xfrm>
          <a:custGeom>
            <a:avLst/>
            <a:gdLst/>
            <a:ahLst/>
            <a:cxnLst/>
            <a:rect l="l" t="t" r="r" b="b"/>
            <a:pathLst>
              <a:path w="1333500" h="1333500">
                <a:moveTo>
                  <a:pt x="666749" y="1333499"/>
                </a:moveTo>
                <a:lnTo>
                  <a:pt x="601396" y="1330296"/>
                </a:lnTo>
                <a:lnTo>
                  <a:pt x="536673" y="1320688"/>
                </a:lnTo>
                <a:lnTo>
                  <a:pt x="473199" y="1304796"/>
                </a:lnTo>
                <a:lnTo>
                  <a:pt x="411594" y="1282746"/>
                </a:lnTo>
                <a:lnTo>
                  <a:pt x="352441" y="1254777"/>
                </a:lnTo>
                <a:lnTo>
                  <a:pt x="296322" y="1221131"/>
                </a:lnTo>
                <a:lnTo>
                  <a:pt x="243762" y="1182160"/>
                </a:lnTo>
                <a:lnTo>
                  <a:pt x="195286" y="1138213"/>
                </a:lnTo>
                <a:lnTo>
                  <a:pt x="151339" y="1089736"/>
                </a:lnTo>
                <a:lnTo>
                  <a:pt x="112367" y="1037176"/>
                </a:lnTo>
                <a:lnTo>
                  <a:pt x="78721" y="981056"/>
                </a:lnTo>
                <a:lnTo>
                  <a:pt x="50752" y="921903"/>
                </a:lnTo>
                <a:lnTo>
                  <a:pt x="28701" y="860299"/>
                </a:lnTo>
                <a:lnTo>
                  <a:pt x="12810" y="796826"/>
                </a:lnTo>
                <a:lnTo>
                  <a:pt x="3202" y="732103"/>
                </a:lnTo>
                <a:lnTo>
                  <a:pt x="0" y="666749"/>
                </a:lnTo>
                <a:lnTo>
                  <a:pt x="800" y="633994"/>
                </a:lnTo>
                <a:lnTo>
                  <a:pt x="7205" y="568955"/>
                </a:lnTo>
                <a:lnTo>
                  <a:pt x="19986" y="504703"/>
                </a:lnTo>
                <a:lnTo>
                  <a:pt x="38957" y="442164"/>
                </a:lnTo>
                <a:lnTo>
                  <a:pt x="64027" y="381639"/>
                </a:lnTo>
                <a:lnTo>
                  <a:pt x="94834" y="324003"/>
                </a:lnTo>
                <a:lnTo>
                  <a:pt x="131230" y="269532"/>
                </a:lnTo>
                <a:lnTo>
                  <a:pt x="172690" y="219014"/>
                </a:lnTo>
                <a:lnTo>
                  <a:pt x="219014" y="172690"/>
                </a:lnTo>
                <a:lnTo>
                  <a:pt x="269532" y="131231"/>
                </a:lnTo>
                <a:lnTo>
                  <a:pt x="324003" y="94835"/>
                </a:lnTo>
                <a:lnTo>
                  <a:pt x="381639" y="64028"/>
                </a:lnTo>
                <a:lnTo>
                  <a:pt x="442163" y="38958"/>
                </a:lnTo>
                <a:lnTo>
                  <a:pt x="504702" y="19987"/>
                </a:lnTo>
                <a:lnTo>
                  <a:pt x="568955" y="7206"/>
                </a:lnTo>
                <a:lnTo>
                  <a:pt x="633994" y="800"/>
                </a:lnTo>
                <a:lnTo>
                  <a:pt x="666749" y="0"/>
                </a:lnTo>
                <a:lnTo>
                  <a:pt x="699505" y="800"/>
                </a:lnTo>
                <a:lnTo>
                  <a:pt x="764543" y="7206"/>
                </a:lnTo>
                <a:lnTo>
                  <a:pt x="828796" y="19987"/>
                </a:lnTo>
                <a:lnTo>
                  <a:pt x="891335" y="38958"/>
                </a:lnTo>
                <a:lnTo>
                  <a:pt x="951859" y="64028"/>
                </a:lnTo>
                <a:lnTo>
                  <a:pt x="1009495" y="94835"/>
                </a:lnTo>
                <a:lnTo>
                  <a:pt x="1063966" y="131231"/>
                </a:lnTo>
                <a:lnTo>
                  <a:pt x="1114484" y="172690"/>
                </a:lnTo>
                <a:lnTo>
                  <a:pt x="1160808" y="219014"/>
                </a:lnTo>
                <a:lnTo>
                  <a:pt x="1202268" y="269532"/>
                </a:lnTo>
                <a:lnTo>
                  <a:pt x="1238663" y="324003"/>
                </a:lnTo>
                <a:lnTo>
                  <a:pt x="1269470" y="381639"/>
                </a:lnTo>
                <a:lnTo>
                  <a:pt x="1294541" y="442164"/>
                </a:lnTo>
                <a:lnTo>
                  <a:pt x="1313512" y="504703"/>
                </a:lnTo>
                <a:lnTo>
                  <a:pt x="1326293" y="568955"/>
                </a:lnTo>
                <a:lnTo>
                  <a:pt x="1332699" y="633994"/>
                </a:lnTo>
                <a:lnTo>
                  <a:pt x="1333499" y="666749"/>
                </a:lnTo>
                <a:lnTo>
                  <a:pt x="1332699" y="699505"/>
                </a:lnTo>
                <a:lnTo>
                  <a:pt x="1326293" y="764543"/>
                </a:lnTo>
                <a:lnTo>
                  <a:pt x="1313512" y="828796"/>
                </a:lnTo>
                <a:lnTo>
                  <a:pt x="1294541" y="891334"/>
                </a:lnTo>
                <a:lnTo>
                  <a:pt x="1269470" y="951859"/>
                </a:lnTo>
                <a:lnTo>
                  <a:pt x="1238663" y="1009495"/>
                </a:lnTo>
                <a:lnTo>
                  <a:pt x="1202268" y="1063966"/>
                </a:lnTo>
                <a:lnTo>
                  <a:pt x="1160808" y="1114485"/>
                </a:lnTo>
                <a:lnTo>
                  <a:pt x="1114484" y="1160808"/>
                </a:lnTo>
                <a:lnTo>
                  <a:pt x="1063966" y="1202267"/>
                </a:lnTo>
                <a:lnTo>
                  <a:pt x="1009495" y="1238664"/>
                </a:lnTo>
                <a:lnTo>
                  <a:pt x="951859" y="1269471"/>
                </a:lnTo>
                <a:lnTo>
                  <a:pt x="891334" y="1294541"/>
                </a:lnTo>
                <a:lnTo>
                  <a:pt x="828795" y="1313512"/>
                </a:lnTo>
                <a:lnTo>
                  <a:pt x="764542" y="1326293"/>
                </a:lnTo>
                <a:lnTo>
                  <a:pt x="699505" y="1332699"/>
                </a:lnTo>
                <a:lnTo>
                  <a:pt x="666749" y="133349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427835" y="1457324"/>
            <a:ext cx="1333153" cy="1320800"/>
          </a:xfrm>
          <a:custGeom>
            <a:avLst/>
            <a:gdLst/>
            <a:ahLst/>
            <a:cxnLst/>
            <a:rect l="l" t="t" r="r" b="b"/>
            <a:pathLst>
              <a:path w="1333500" h="1320800">
                <a:moveTo>
                  <a:pt x="796826" y="12700"/>
                </a:moveTo>
                <a:lnTo>
                  <a:pt x="536673" y="12700"/>
                </a:lnTo>
                <a:lnTo>
                  <a:pt x="568955" y="0"/>
                </a:lnTo>
                <a:lnTo>
                  <a:pt x="764543" y="0"/>
                </a:lnTo>
                <a:lnTo>
                  <a:pt x="796826" y="12700"/>
                </a:lnTo>
                <a:close/>
              </a:path>
              <a:path w="1333500" h="1320800">
                <a:moveTo>
                  <a:pt x="651317" y="38100"/>
                </a:moveTo>
                <a:lnTo>
                  <a:pt x="442163" y="38100"/>
                </a:lnTo>
                <a:lnTo>
                  <a:pt x="504702" y="12700"/>
                </a:lnTo>
                <a:lnTo>
                  <a:pt x="828796" y="12700"/>
                </a:lnTo>
                <a:lnTo>
                  <a:pt x="860299" y="25400"/>
                </a:lnTo>
                <a:lnTo>
                  <a:pt x="666749" y="25400"/>
                </a:lnTo>
                <a:lnTo>
                  <a:pt x="651317" y="38100"/>
                </a:lnTo>
                <a:close/>
              </a:path>
              <a:path w="1333500" h="1320800">
                <a:moveTo>
                  <a:pt x="891335" y="38100"/>
                </a:moveTo>
                <a:lnTo>
                  <a:pt x="682182" y="38100"/>
                </a:lnTo>
                <a:lnTo>
                  <a:pt x="666749" y="25400"/>
                </a:lnTo>
                <a:lnTo>
                  <a:pt x="860299" y="25400"/>
                </a:lnTo>
                <a:lnTo>
                  <a:pt x="891335" y="38100"/>
                </a:lnTo>
                <a:close/>
              </a:path>
              <a:path w="1333500" h="1320800">
                <a:moveTo>
                  <a:pt x="544105" y="1282700"/>
                </a:moveTo>
                <a:lnTo>
                  <a:pt x="411594" y="1282700"/>
                </a:lnTo>
                <a:lnTo>
                  <a:pt x="381639" y="1257300"/>
                </a:lnTo>
                <a:lnTo>
                  <a:pt x="352441" y="1244600"/>
                </a:lnTo>
                <a:lnTo>
                  <a:pt x="324003" y="1231900"/>
                </a:lnTo>
                <a:lnTo>
                  <a:pt x="296322" y="1219200"/>
                </a:lnTo>
                <a:lnTo>
                  <a:pt x="269532" y="1193800"/>
                </a:lnTo>
                <a:lnTo>
                  <a:pt x="243762" y="1181100"/>
                </a:lnTo>
                <a:lnTo>
                  <a:pt x="195286" y="1130300"/>
                </a:lnTo>
                <a:lnTo>
                  <a:pt x="151339" y="1079500"/>
                </a:lnTo>
                <a:lnTo>
                  <a:pt x="112367" y="1028700"/>
                </a:lnTo>
                <a:lnTo>
                  <a:pt x="78721" y="977900"/>
                </a:lnTo>
                <a:lnTo>
                  <a:pt x="64027" y="939800"/>
                </a:lnTo>
                <a:lnTo>
                  <a:pt x="50752" y="914400"/>
                </a:lnTo>
                <a:lnTo>
                  <a:pt x="38957" y="889000"/>
                </a:lnTo>
                <a:lnTo>
                  <a:pt x="28701" y="850900"/>
                </a:lnTo>
                <a:lnTo>
                  <a:pt x="19986" y="825500"/>
                </a:lnTo>
                <a:lnTo>
                  <a:pt x="12810" y="787400"/>
                </a:lnTo>
                <a:lnTo>
                  <a:pt x="7205" y="762000"/>
                </a:lnTo>
                <a:lnTo>
                  <a:pt x="3202" y="723900"/>
                </a:lnTo>
                <a:lnTo>
                  <a:pt x="800" y="698500"/>
                </a:lnTo>
                <a:lnTo>
                  <a:pt x="0" y="660400"/>
                </a:lnTo>
                <a:lnTo>
                  <a:pt x="800" y="622300"/>
                </a:lnTo>
                <a:lnTo>
                  <a:pt x="3202" y="596900"/>
                </a:lnTo>
                <a:lnTo>
                  <a:pt x="7205" y="558800"/>
                </a:lnTo>
                <a:lnTo>
                  <a:pt x="12810" y="533400"/>
                </a:lnTo>
                <a:lnTo>
                  <a:pt x="19986" y="495300"/>
                </a:lnTo>
                <a:lnTo>
                  <a:pt x="28701" y="469900"/>
                </a:lnTo>
                <a:lnTo>
                  <a:pt x="38957" y="431800"/>
                </a:lnTo>
                <a:lnTo>
                  <a:pt x="50752" y="406400"/>
                </a:lnTo>
                <a:lnTo>
                  <a:pt x="64027" y="381000"/>
                </a:lnTo>
                <a:lnTo>
                  <a:pt x="78721" y="342900"/>
                </a:lnTo>
                <a:lnTo>
                  <a:pt x="94834" y="317500"/>
                </a:lnTo>
                <a:lnTo>
                  <a:pt x="131230" y="266700"/>
                </a:lnTo>
                <a:lnTo>
                  <a:pt x="172690" y="215900"/>
                </a:lnTo>
                <a:lnTo>
                  <a:pt x="219014" y="165100"/>
                </a:lnTo>
                <a:lnTo>
                  <a:pt x="269532" y="127000"/>
                </a:lnTo>
                <a:lnTo>
                  <a:pt x="296322" y="101600"/>
                </a:lnTo>
                <a:lnTo>
                  <a:pt x="324003" y="88900"/>
                </a:lnTo>
                <a:lnTo>
                  <a:pt x="352441" y="76200"/>
                </a:lnTo>
                <a:lnTo>
                  <a:pt x="381639" y="63500"/>
                </a:lnTo>
                <a:lnTo>
                  <a:pt x="411594" y="38100"/>
                </a:lnTo>
                <a:lnTo>
                  <a:pt x="544105" y="38100"/>
                </a:lnTo>
                <a:lnTo>
                  <a:pt x="529006" y="50800"/>
                </a:lnTo>
                <a:lnTo>
                  <a:pt x="499084" y="50800"/>
                </a:lnTo>
                <a:lnTo>
                  <a:pt x="484261" y="63500"/>
                </a:lnTo>
                <a:lnTo>
                  <a:pt x="454963" y="63500"/>
                </a:lnTo>
                <a:lnTo>
                  <a:pt x="440505" y="76200"/>
                </a:lnTo>
                <a:lnTo>
                  <a:pt x="426174" y="76200"/>
                </a:lnTo>
                <a:lnTo>
                  <a:pt x="411989" y="88900"/>
                </a:lnTo>
                <a:lnTo>
                  <a:pt x="397966" y="88900"/>
                </a:lnTo>
                <a:lnTo>
                  <a:pt x="384104" y="101600"/>
                </a:lnTo>
                <a:lnTo>
                  <a:pt x="370405" y="101600"/>
                </a:lnTo>
                <a:lnTo>
                  <a:pt x="356884" y="114300"/>
                </a:lnTo>
                <a:lnTo>
                  <a:pt x="343558" y="127000"/>
                </a:lnTo>
                <a:lnTo>
                  <a:pt x="330426" y="127000"/>
                </a:lnTo>
                <a:lnTo>
                  <a:pt x="317490" y="139700"/>
                </a:lnTo>
                <a:lnTo>
                  <a:pt x="304763" y="152400"/>
                </a:lnTo>
                <a:lnTo>
                  <a:pt x="292262" y="152400"/>
                </a:lnTo>
                <a:lnTo>
                  <a:pt x="279987" y="165100"/>
                </a:lnTo>
                <a:lnTo>
                  <a:pt x="267938" y="177800"/>
                </a:lnTo>
                <a:lnTo>
                  <a:pt x="256128" y="190500"/>
                </a:lnTo>
                <a:lnTo>
                  <a:pt x="244573" y="190500"/>
                </a:lnTo>
                <a:lnTo>
                  <a:pt x="211448" y="228600"/>
                </a:lnTo>
                <a:lnTo>
                  <a:pt x="180796" y="266700"/>
                </a:lnTo>
                <a:lnTo>
                  <a:pt x="161812" y="292100"/>
                </a:lnTo>
                <a:lnTo>
                  <a:pt x="152777" y="292100"/>
                </a:lnTo>
                <a:lnTo>
                  <a:pt x="144045" y="304800"/>
                </a:lnTo>
                <a:lnTo>
                  <a:pt x="135629" y="330200"/>
                </a:lnTo>
                <a:lnTo>
                  <a:pt x="127537" y="342900"/>
                </a:lnTo>
                <a:lnTo>
                  <a:pt x="105220" y="381000"/>
                </a:lnTo>
                <a:lnTo>
                  <a:pt x="85951" y="419100"/>
                </a:lnTo>
                <a:lnTo>
                  <a:pt x="69829" y="457200"/>
                </a:lnTo>
                <a:lnTo>
                  <a:pt x="65168" y="482600"/>
                </a:lnTo>
                <a:lnTo>
                  <a:pt x="60870" y="495300"/>
                </a:lnTo>
                <a:lnTo>
                  <a:pt x="56939" y="508000"/>
                </a:lnTo>
                <a:lnTo>
                  <a:pt x="53375" y="520700"/>
                </a:lnTo>
                <a:lnTo>
                  <a:pt x="50178" y="533400"/>
                </a:lnTo>
                <a:lnTo>
                  <a:pt x="47353" y="558800"/>
                </a:lnTo>
                <a:lnTo>
                  <a:pt x="44903" y="571500"/>
                </a:lnTo>
                <a:lnTo>
                  <a:pt x="42827" y="584200"/>
                </a:lnTo>
                <a:lnTo>
                  <a:pt x="41126" y="596900"/>
                </a:lnTo>
                <a:lnTo>
                  <a:pt x="39802" y="609600"/>
                </a:lnTo>
                <a:lnTo>
                  <a:pt x="38856" y="635000"/>
                </a:lnTo>
                <a:lnTo>
                  <a:pt x="38288" y="647700"/>
                </a:lnTo>
                <a:lnTo>
                  <a:pt x="38099" y="660400"/>
                </a:lnTo>
                <a:lnTo>
                  <a:pt x="38288" y="673100"/>
                </a:lnTo>
                <a:lnTo>
                  <a:pt x="38856" y="685800"/>
                </a:lnTo>
                <a:lnTo>
                  <a:pt x="39802" y="711200"/>
                </a:lnTo>
                <a:lnTo>
                  <a:pt x="41126" y="723900"/>
                </a:lnTo>
                <a:lnTo>
                  <a:pt x="42827" y="736600"/>
                </a:lnTo>
                <a:lnTo>
                  <a:pt x="44903" y="749300"/>
                </a:lnTo>
                <a:lnTo>
                  <a:pt x="47353" y="762000"/>
                </a:lnTo>
                <a:lnTo>
                  <a:pt x="50178" y="787400"/>
                </a:lnTo>
                <a:lnTo>
                  <a:pt x="53375" y="800100"/>
                </a:lnTo>
                <a:lnTo>
                  <a:pt x="56939" y="812800"/>
                </a:lnTo>
                <a:lnTo>
                  <a:pt x="60870" y="825500"/>
                </a:lnTo>
                <a:lnTo>
                  <a:pt x="65168" y="838200"/>
                </a:lnTo>
                <a:lnTo>
                  <a:pt x="69829" y="863600"/>
                </a:lnTo>
                <a:lnTo>
                  <a:pt x="85951" y="901700"/>
                </a:lnTo>
                <a:lnTo>
                  <a:pt x="105220" y="939800"/>
                </a:lnTo>
                <a:lnTo>
                  <a:pt x="127537" y="977900"/>
                </a:lnTo>
                <a:lnTo>
                  <a:pt x="135629" y="990600"/>
                </a:lnTo>
                <a:lnTo>
                  <a:pt x="144045" y="1016000"/>
                </a:lnTo>
                <a:lnTo>
                  <a:pt x="152777" y="1028700"/>
                </a:lnTo>
                <a:lnTo>
                  <a:pt x="161812" y="1028700"/>
                </a:lnTo>
                <a:lnTo>
                  <a:pt x="171152" y="1041400"/>
                </a:lnTo>
                <a:lnTo>
                  <a:pt x="200950" y="1079500"/>
                </a:lnTo>
                <a:lnTo>
                  <a:pt x="233273" y="1117600"/>
                </a:lnTo>
                <a:lnTo>
                  <a:pt x="244573" y="1130300"/>
                </a:lnTo>
                <a:lnTo>
                  <a:pt x="256128" y="1130300"/>
                </a:lnTo>
                <a:lnTo>
                  <a:pt x="267937" y="1143000"/>
                </a:lnTo>
                <a:lnTo>
                  <a:pt x="279987" y="1155700"/>
                </a:lnTo>
                <a:lnTo>
                  <a:pt x="292262" y="1168400"/>
                </a:lnTo>
                <a:lnTo>
                  <a:pt x="304763" y="1168400"/>
                </a:lnTo>
                <a:lnTo>
                  <a:pt x="317490" y="1181100"/>
                </a:lnTo>
                <a:lnTo>
                  <a:pt x="330426" y="1193800"/>
                </a:lnTo>
                <a:lnTo>
                  <a:pt x="343558" y="1193800"/>
                </a:lnTo>
                <a:lnTo>
                  <a:pt x="356884" y="1206500"/>
                </a:lnTo>
                <a:lnTo>
                  <a:pt x="370405" y="1219200"/>
                </a:lnTo>
                <a:lnTo>
                  <a:pt x="384104" y="1219200"/>
                </a:lnTo>
                <a:lnTo>
                  <a:pt x="397966" y="1231900"/>
                </a:lnTo>
                <a:lnTo>
                  <a:pt x="411989" y="1231900"/>
                </a:lnTo>
                <a:lnTo>
                  <a:pt x="426174" y="1244600"/>
                </a:lnTo>
                <a:lnTo>
                  <a:pt x="440505" y="1244600"/>
                </a:lnTo>
                <a:lnTo>
                  <a:pt x="454963" y="1257300"/>
                </a:lnTo>
                <a:lnTo>
                  <a:pt x="484261" y="1257300"/>
                </a:lnTo>
                <a:lnTo>
                  <a:pt x="499084" y="1270000"/>
                </a:lnTo>
                <a:lnTo>
                  <a:pt x="529006" y="1270000"/>
                </a:lnTo>
                <a:lnTo>
                  <a:pt x="544105" y="1282700"/>
                </a:lnTo>
                <a:close/>
              </a:path>
              <a:path w="1333500" h="1320800">
                <a:moveTo>
                  <a:pt x="921903" y="1282700"/>
                </a:moveTo>
                <a:lnTo>
                  <a:pt x="789392" y="1282700"/>
                </a:lnTo>
                <a:lnTo>
                  <a:pt x="804491" y="1270000"/>
                </a:lnTo>
                <a:lnTo>
                  <a:pt x="834413" y="1270000"/>
                </a:lnTo>
                <a:lnTo>
                  <a:pt x="849236" y="1257300"/>
                </a:lnTo>
                <a:lnTo>
                  <a:pt x="878535" y="1257300"/>
                </a:lnTo>
                <a:lnTo>
                  <a:pt x="892992" y="1244600"/>
                </a:lnTo>
                <a:lnTo>
                  <a:pt x="907322" y="1244600"/>
                </a:lnTo>
                <a:lnTo>
                  <a:pt x="921508" y="1231900"/>
                </a:lnTo>
                <a:lnTo>
                  <a:pt x="935531" y="1231900"/>
                </a:lnTo>
                <a:lnTo>
                  <a:pt x="949393" y="1219200"/>
                </a:lnTo>
                <a:lnTo>
                  <a:pt x="963092" y="1219200"/>
                </a:lnTo>
                <a:lnTo>
                  <a:pt x="976613" y="1206500"/>
                </a:lnTo>
                <a:lnTo>
                  <a:pt x="989940" y="1193800"/>
                </a:lnTo>
                <a:lnTo>
                  <a:pt x="1003071" y="1193800"/>
                </a:lnTo>
                <a:lnTo>
                  <a:pt x="1016007" y="1181100"/>
                </a:lnTo>
                <a:lnTo>
                  <a:pt x="1028734" y="1168400"/>
                </a:lnTo>
                <a:lnTo>
                  <a:pt x="1041235" y="1168400"/>
                </a:lnTo>
                <a:lnTo>
                  <a:pt x="1053510" y="1155700"/>
                </a:lnTo>
                <a:lnTo>
                  <a:pt x="1065560" y="1143000"/>
                </a:lnTo>
                <a:lnTo>
                  <a:pt x="1077370" y="1130300"/>
                </a:lnTo>
                <a:lnTo>
                  <a:pt x="1088925" y="1130300"/>
                </a:lnTo>
                <a:lnTo>
                  <a:pt x="1122050" y="1092200"/>
                </a:lnTo>
                <a:lnTo>
                  <a:pt x="1152702" y="1054100"/>
                </a:lnTo>
                <a:lnTo>
                  <a:pt x="1171686" y="1028700"/>
                </a:lnTo>
                <a:lnTo>
                  <a:pt x="1180721" y="1028700"/>
                </a:lnTo>
                <a:lnTo>
                  <a:pt x="1189452" y="1016000"/>
                </a:lnTo>
                <a:lnTo>
                  <a:pt x="1197869" y="990600"/>
                </a:lnTo>
                <a:lnTo>
                  <a:pt x="1205961" y="977900"/>
                </a:lnTo>
                <a:lnTo>
                  <a:pt x="1228277" y="939800"/>
                </a:lnTo>
                <a:lnTo>
                  <a:pt x="1247545" y="901700"/>
                </a:lnTo>
                <a:lnTo>
                  <a:pt x="1263668" y="863600"/>
                </a:lnTo>
                <a:lnTo>
                  <a:pt x="1268329" y="838200"/>
                </a:lnTo>
                <a:lnTo>
                  <a:pt x="1272628" y="825500"/>
                </a:lnTo>
                <a:lnTo>
                  <a:pt x="1276559" y="812800"/>
                </a:lnTo>
                <a:lnTo>
                  <a:pt x="1280123" y="800100"/>
                </a:lnTo>
                <a:lnTo>
                  <a:pt x="1283319" y="787400"/>
                </a:lnTo>
                <a:lnTo>
                  <a:pt x="1286144" y="762000"/>
                </a:lnTo>
                <a:lnTo>
                  <a:pt x="1288595" y="749300"/>
                </a:lnTo>
                <a:lnTo>
                  <a:pt x="1290671" y="736600"/>
                </a:lnTo>
                <a:lnTo>
                  <a:pt x="1292372" y="723900"/>
                </a:lnTo>
                <a:lnTo>
                  <a:pt x="1293696" y="711200"/>
                </a:lnTo>
                <a:lnTo>
                  <a:pt x="1294642" y="685800"/>
                </a:lnTo>
                <a:lnTo>
                  <a:pt x="1295210" y="673100"/>
                </a:lnTo>
                <a:lnTo>
                  <a:pt x="1295399" y="660400"/>
                </a:lnTo>
                <a:lnTo>
                  <a:pt x="1295210" y="647700"/>
                </a:lnTo>
                <a:lnTo>
                  <a:pt x="1294642" y="635000"/>
                </a:lnTo>
                <a:lnTo>
                  <a:pt x="1293696" y="609600"/>
                </a:lnTo>
                <a:lnTo>
                  <a:pt x="1292372" y="596900"/>
                </a:lnTo>
                <a:lnTo>
                  <a:pt x="1290671" y="584200"/>
                </a:lnTo>
                <a:lnTo>
                  <a:pt x="1288595" y="571500"/>
                </a:lnTo>
                <a:lnTo>
                  <a:pt x="1286144" y="558800"/>
                </a:lnTo>
                <a:lnTo>
                  <a:pt x="1283319" y="533400"/>
                </a:lnTo>
                <a:lnTo>
                  <a:pt x="1280123" y="520700"/>
                </a:lnTo>
                <a:lnTo>
                  <a:pt x="1276559" y="508000"/>
                </a:lnTo>
                <a:lnTo>
                  <a:pt x="1272628" y="495300"/>
                </a:lnTo>
                <a:lnTo>
                  <a:pt x="1268330" y="482600"/>
                </a:lnTo>
                <a:lnTo>
                  <a:pt x="1263669" y="457200"/>
                </a:lnTo>
                <a:lnTo>
                  <a:pt x="1247545" y="419100"/>
                </a:lnTo>
                <a:lnTo>
                  <a:pt x="1228276" y="381000"/>
                </a:lnTo>
                <a:lnTo>
                  <a:pt x="1205960" y="342900"/>
                </a:lnTo>
                <a:lnTo>
                  <a:pt x="1197868" y="330200"/>
                </a:lnTo>
                <a:lnTo>
                  <a:pt x="1189451" y="304800"/>
                </a:lnTo>
                <a:lnTo>
                  <a:pt x="1180721" y="292100"/>
                </a:lnTo>
                <a:lnTo>
                  <a:pt x="1171685" y="292100"/>
                </a:lnTo>
                <a:lnTo>
                  <a:pt x="1162346" y="279400"/>
                </a:lnTo>
                <a:lnTo>
                  <a:pt x="1132548" y="241300"/>
                </a:lnTo>
                <a:lnTo>
                  <a:pt x="1100225" y="203200"/>
                </a:lnTo>
                <a:lnTo>
                  <a:pt x="1088925" y="190500"/>
                </a:lnTo>
                <a:lnTo>
                  <a:pt x="1077370" y="190500"/>
                </a:lnTo>
                <a:lnTo>
                  <a:pt x="1065561" y="177800"/>
                </a:lnTo>
                <a:lnTo>
                  <a:pt x="1053511" y="165100"/>
                </a:lnTo>
                <a:lnTo>
                  <a:pt x="1041236" y="152400"/>
                </a:lnTo>
                <a:lnTo>
                  <a:pt x="1028735" y="152400"/>
                </a:lnTo>
                <a:lnTo>
                  <a:pt x="1016008" y="139700"/>
                </a:lnTo>
                <a:lnTo>
                  <a:pt x="1003071" y="127000"/>
                </a:lnTo>
                <a:lnTo>
                  <a:pt x="989940" y="127000"/>
                </a:lnTo>
                <a:lnTo>
                  <a:pt x="976614" y="114300"/>
                </a:lnTo>
                <a:lnTo>
                  <a:pt x="963093" y="101600"/>
                </a:lnTo>
                <a:lnTo>
                  <a:pt x="949393" y="101600"/>
                </a:lnTo>
                <a:lnTo>
                  <a:pt x="935531" y="88900"/>
                </a:lnTo>
                <a:lnTo>
                  <a:pt x="921508" y="88900"/>
                </a:lnTo>
                <a:lnTo>
                  <a:pt x="907322" y="76200"/>
                </a:lnTo>
                <a:lnTo>
                  <a:pt x="892992" y="76200"/>
                </a:lnTo>
                <a:lnTo>
                  <a:pt x="878535" y="63500"/>
                </a:lnTo>
                <a:lnTo>
                  <a:pt x="849236" y="63500"/>
                </a:lnTo>
                <a:lnTo>
                  <a:pt x="834413" y="50800"/>
                </a:lnTo>
                <a:lnTo>
                  <a:pt x="804491" y="50800"/>
                </a:lnTo>
                <a:lnTo>
                  <a:pt x="789392" y="38100"/>
                </a:lnTo>
                <a:lnTo>
                  <a:pt x="921903" y="38100"/>
                </a:lnTo>
                <a:lnTo>
                  <a:pt x="951859" y="63500"/>
                </a:lnTo>
                <a:lnTo>
                  <a:pt x="981057" y="76200"/>
                </a:lnTo>
                <a:lnTo>
                  <a:pt x="1009495" y="88900"/>
                </a:lnTo>
                <a:lnTo>
                  <a:pt x="1037176" y="101600"/>
                </a:lnTo>
                <a:lnTo>
                  <a:pt x="1063966" y="127000"/>
                </a:lnTo>
                <a:lnTo>
                  <a:pt x="1089735" y="139700"/>
                </a:lnTo>
                <a:lnTo>
                  <a:pt x="1138212" y="190500"/>
                </a:lnTo>
                <a:lnTo>
                  <a:pt x="1182160" y="241300"/>
                </a:lnTo>
                <a:lnTo>
                  <a:pt x="1221131" y="292100"/>
                </a:lnTo>
                <a:lnTo>
                  <a:pt x="1254777" y="342900"/>
                </a:lnTo>
                <a:lnTo>
                  <a:pt x="1269471" y="381000"/>
                </a:lnTo>
                <a:lnTo>
                  <a:pt x="1282745" y="406400"/>
                </a:lnTo>
                <a:lnTo>
                  <a:pt x="1294541" y="431800"/>
                </a:lnTo>
                <a:lnTo>
                  <a:pt x="1304797" y="469900"/>
                </a:lnTo>
                <a:lnTo>
                  <a:pt x="1313512" y="495300"/>
                </a:lnTo>
                <a:lnTo>
                  <a:pt x="1320687" y="533400"/>
                </a:lnTo>
                <a:lnTo>
                  <a:pt x="1326293" y="558800"/>
                </a:lnTo>
                <a:lnTo>
                  <a:pt x="1330297" y="596900"/>
                </a:lnTo>
                <a:lnTo>
                  <a:pt x="1332699" y="622300"/>
                </a:lnTo>
                <a:lnTo>
                  <a:pt x="1333499" y="660400"/>
                </a:lnTo>
                <a:lnTo>
                  <a:pt x="1332699" y="698500"/>
                </a:lnTo>
                <a:lnTo>
                  <a:pt x="1330297" y="723900"/>
                </a:lnTo>
                <a:lnTo>
                  <a:pt x="1326293" y="762000"/>
                </a:lnTo>
                <a:lnTo>
                  <a:pt x="1320687" y="787400"/>
                </a:lnTo>
                <a:lnTo>
                  <a:pt x="1313512" y="825500"/>
                </a:lnTo>
                <a:lnTo>
                  <a:pt x="1304797" y="850900"/>
                </a:lnTo>
                <a:lnTo>
                  <a:pt x="1294541" y="889000"/>
                </a:lnTo>
                <a:lnTo>
                  <a:pt x="1282745" y="914400"/>
                </a:lnTo>
                <a:lnTo>
                  <a:pt x="1269471" y="939800"/>
                </a:lnTo>
                <a:lnTo>
                  <a:pt x="1254776" y="977900"/>
                </a:lnTo>
                <a:lnTo>
                  <a:pt x="1238663" y="1003300"/>
                </a:lnTo>
                <a:lnTo>
                  <a:pt x="1202268" y="1054100"/>
                </a:lnTo>
                <a:lnTo>
                  <a:pt x="1160808" y="1104900"/>
                </a:lnTo>
                <a:lnTo>
                  <a:pt x="1114484" y="1155700"/>
                </a:lnTo>
                <a:lnTo>
                  <a:pt x="1063966" y="1193800"/>
                </a:lnTo>
                <a:lnTo>
                  <a:pt x="1037175" y="1219200"/>
                </a:lnTo>
                <a:lnTo>
                  <a:pt x="1009495" y="1231900"/>
                </a:lnTo>
                <a:lnTo>
                  <a:pt x="981056" y="1244600"/>
                </a:lnTo>
                <a:lnTo>
                  <a:pt x="951859" y="1257300"/>
                </a:lnTo>
                <a:lnTo>
                  <a:pt x="921903" y="1282700"/>
                </a:lnTo>
                <a:close/>
              </a:path>
              <a:path w="1333500" h="1320800">
                <a:moveTo>
                  <a:pt x="828795" y="1308100"/>
                </a:moveTo>
                <a:lnTo>
                  <a:pt x="504702" y="1308100"/>
                </a:lnTo>
                <a:lnTo>
                  <a:pt x="442163" y="1282700"/>
                </a:lnTo>
                <a:lnTo>
                  <a:pt x="891334" y="1282700"/>
                </a:lnTo>
                <a:lnTo>
                  <a:pt x="828795" y="1308100"/>
                </a:lnTo>
                <a:close/>
              </a:path>
              <a:path w="1333500" h="1320800">
                <a:moveTo>
                  <a:pt x="764542" y="1320800"/>
                </a:moveTo>
                <a:lnTo>
                  <a:pt x="568955" y="1320800"/>
                </a:lnTo>
                <a:lnTo>
                  <a:pt x="536673" y="1308100"/>
                </a:lnTo>
                <a:lnTo>
                  <a:pt x="796824" y="1308100"/>
                </a:lnTo>
                <a:lnTo>
                  <a:pt x="764542" y="1320800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56737" y="2626425"/>
            <a:ext cx="4875351" cy="7309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324" y="3840480"/>
            <a:ext cx="8532178" cy="53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bg1"/>
                </a:solidFill>
                <a:latin typeface="Noto Sans JP"/>
                <a:cs typeface="Noto Sans JP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bg1"/>
                </a:solidFill>
                <a:latin typeface="Noto Sans JP"/>
                <a:cs typeface="Noto Sans JP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8825" cy="7600950"/>
          </a:xfrm>
          <a:custGeom>
            <a:avLst/>
            <a:gdLst/>
            <a:ahLst/>
            <a:cxnLst/>
            <a:rect l="l" t="t" r="r" b="b"/>
            <a:pathLst>
              <a:path w="12192000" h="7600950">
                <a:moveTo>
                  <a:pt x="12191999" y="7600949"/>
                </a:moveTo>
                <a:lnTo>
                  <a:pt x="0" y="76009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00949"/>
                </a:lnTo>
                <a:close/>
              </a:path>
            </a:pathLst>
          </a:custGeom>
          <a:solidFill>
            <a:srgbClr val="0921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441" y="1577340"/>
            <a:ext cx="5302139" cy="53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7245" y="1577340"/>
            <a:ext cx="5302139" cy="53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9105" y="489458"/>
            <a:ext cx="6635926" cy="749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7646" y="2506355"/>
            <a:ext cx="9798673" cy="53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bg1"/>
                </a:solidFill>
                <a:latin typeface="Noto Sans JP"/>
                <a:cs typeface="Noto Sans JP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4201" y="6377940"/>
            <a:ext cx="39004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441" y="6377940"/>
            <a:ext cx="28034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5954" y="6377940"/>
            <a:ext cx="28034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588" y="0"/>
            <a:ext cx="12192000" cy="6856412"/>
          </a:xfrm>
          <a:custGeom>
            <a:avLst/>
            <a:gdLst/>
            <a:ahLst/>
            <a:cxnLst/>
            <a:rect l="l" t="t" r="r" b="b"/>
            <a:pathLst>
              <a:path w="12192000" h="8153400">
                <a:moveTo>
                  <a:pt x="12191999" y="8153399"/>
                </a:moveTo>
                <a:lnTo>
                  <a:pt x="0" y="81533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8153399"/>
                </a:lnTo>
                <a:close/>
              </a:path>
            </a:pathLst>
          </a:custGeom>
          <a:solidFill>
            <a:srgbClr val="0921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1000000">
            <a:off x="5955856" y="6213784"/>
            <a:ext cx="5929330" cy="27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"/>
              </a:lnSpc>
            </a:pPr>
            <a:r>
              <a:rPr sz="9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Noto Sans JP Black"/>
              </a:rPr>
              <a:t>COURSES</a:t>
            </a:r>
            <a:endParaRPr sz="9500" dirty="0">
              <a:solidFill>
                <a:schemeClr val="tx1">
                  <a:lumMod val="95000"/>
                  <a:lumOff val="5000"/>
                </a:schemeClr>
              </a:solidFill>
              <a:latin typeface="Malgun Gothic" panose="020B0503020000020004" pitchFamily="50" charset="-127"/>
              <a:ea typeface="맑은 고딕" panose="020B0503020000020004" pitchFamily="50" charset="-127"/>
              <a:cs typeface="Noto Sans JP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09161" y="1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49" y="2381249"/>
                </a:moveTo>
                <a:lnTo>
                  <a:pt x="0" y="0"/>
                </a:lnTo>
                <a:lnTo>
                  <a:pt x="2381249" y="0"/>
                </a:lnTo>
                <a:lnTo>
                  <a:pt x="2381249" y="2381249"/>
                </a:lnTo>
                <a:close/>
              </a:path>
            </a:pathLst>
          </a:custGeom>
          <a:solidFill>
            <a:srgbClr val="1D4D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-1588" y="146685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8961" y="1691728"/>
            <a:ext cx="11029950" cy="1638300"/>
          </a:xfrm>
          <a:custGeom>
            <a:avLst/>
            <a:gdLst/>
            <a:ahLst/>
            <a:cxnLst/>
            <a:rect l="l" t="t" r="r" b="b"/>
            <a:pathLst>
              <a:path w="11029950" h="1952625">
                <a:moveTo>
                  <a:pt x="10887074" y="1952624"/>
                </a:moveTo>
                <a:lnTo>
                  <a:pt x="115694" y="1952624"/>
                </a:lnTo>
                <a:lnTo>
                  <a:pt x="107642" y="1951709"/>
                </a:lnTo>
                <a:lnTo>
                  <a:pt x="68927" y="1938158"/>
                </a:lnTo>
                <a:lnTo>
                  <a:pt x="36267" y="1910777"/>
                </a:lnTo>
                <a:lnTo>
                  <a:pt x="14619" y="1877101"/>
                </a:lnTo>
                <a:lnTo>
                  <a:pt x="2379" y="1837623"/>
                </a:lnTo>
                <a:lnTo>
                  <a:pt x="0" y="1809749"/>
                </a:lnTo>
                <a:lnTo>
                  <a:pt x="0" y="142874"/>
                </a:lnTo>
                <a:lnTo>
                  <a:pt x="5330" y="101399"/>
                </a:lnTo>
                <a:lnTo>
                  <a:pt x="20868" y="63497"/>
                </a:lnTo>
                <a:lnTo>
                  <a:pt x="45270" y="32429"/>
                </a:lnTo>
                <a:lnTo>
                  <a:pt x="83950" y="7285"/>
                </a:lnTo>
                <a:lnTo>
                  <a:pt x="10887074" y="0"/>
                </a:lnTo>
                <a:lnTo>
                  <a:pt x="10894092" y="171"/>
                </a:lnTo>
                <a:lnTo>
                  <a:pt x="10935198" y="8348"/>
                </a:lnTo>
                <a:lnTo>
                  <a:pt x="10972190" y="28120"/>
                </a:lnTo>
                <a:lnTo>
                  <a:pt x="11001827" y="57756"/>
                </a:lnTo>
                <a:lnTo>
                  <a:pt x="11021599" y="94749"/>
                </a:lnTo>
                <a:lnTo>
                  <a:pt x="11029777" y="135855"/>
                </a:lnTo>
                <a:lnTo>
                  <a:pt x="11029949" y="142874"/>
                </a:lnTo>
                <a:lnTo>
                  <a:pt x="11029949" y="1809749"/>
                </a:lnTo>
                <a:lnTo>
                  <a:pt x="11023797" y="1851224"/>
                </a:lnTo>
                <a:lnTo>
                  <a:pt x="11005869" y="1889126"/>
                </a:lnTo>
                <a:lnTo>
                  <a:pt x="10977712" y="1920194"/>
                </a:lnTo>
                <a:lnTo>
                  <a:pt x="10941748" y="1941749"/>
                </a:lnTo>
                <a:lnTo>
                  <a:pt x="10901078" y="1951938"/>
                </a:lnTo>
                <a:lnTo>
                  <a:pt x="10887074" y="1952624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9911" y="1691728"/>
            <a:ext cx="142875" cy="1638300"/>
          </a:xfrm>
          <a:custGeom>
            <a:avLst/>
            <a:gdLst/>
            <a:ahLst/>
            <a:cxnLst/>
            <a:rect l="l" t="t" r="r" b="b"/>
            <a:pathLst>
              <a:path w="142875" h="1952625">
                <a:moveTo>
                  <a:pt x="142875" y="1952624"/>
                </a:moveTo>
                <a:lnTo>
                  <a:pt x="101462" y="1946506"/>
                </a:lnTo>
                <a:lnTo>
                  <a:pt x="63482" y="1928568"/>
                </a:lnTo>
                <a:lnTo>
                  <a:pt x="32375" y="1900344"/>
                </a:lnTo>
                <a:lnTo>
                  <a:pt x="10875" y="1864425"/>
                </a:lnTo>
                <a:lnTo>
                  <a:pt x="679" y="1823824"/>
                </a:lnTo>
                <a:lnTo>
                  <a:pt x="0" y="1809749"/>
                </a:lnTo>
                <a:lnTo>
                  <a:pt x="0" y="142875"/>
                </a:lnTo>
                <a:lnTo>
                  <a:pt x="6117" y="101462"/>
                </a:lnTo>
                <a:lnTo>
                  <a:pt x="24056" y="63483"/>
                </a:lnTo>
                <a:lnTo>
                  <a:pt x="52279" y="32375"/>
                </a:lnTo>
                <a:lnTo>
                  <a:pt x="88199" y="10875"/>
                </a:lnTo>
                <a:lnTo>
                  <a:pt x="128800" y="679"/>
                </a:lnTo>
                <a:lnTo>
                  <a:pt x="142875" y="0"/>
                </a:lnTo>
                <a:lnTo>
                  <a:pt x="132553" y="679"/>
                </a:lnTo>
                <a:lnTo>
                  <a:pt x="122430" y="2718"/>
                </a:lnTo>
                <a:lnTo>
                  <a:pt x="84654" y="24056"/>
                </a:lnTo>
                <a:lnTo>
                  <a:pt x="55741" y="63483"/>
                </a:lnTo>
                <a:lnTo>
                  <a:pt x="42586" y="101462"/>
                </a:lnTo>
                <a:lnTo>
                  <a:pt x="38100" y="142875"/>
                </a:lnTo>
                <a:lnTo>
                  <a:pt x="38100" y="1809749"/>
                </a:lnTo>
                <a:lnTo>
                  <a:pt x="42586" y="1851162"/>
                </a:lnTo>
                <a:lnTo>
                  <a:pt x="55741" y="1889141"/>
                </a:lnTo>
                <a:lnTo>
                  <a:pt x="84654" y="1928568"/>
                </a:lnTo>
                <a:lnTo>
                  <a:pt x="122430" y="1949905"/>
                </a:lnTo>
                <a:lnTo>
                  <a:pt x="132553" y="1951944"/>
                </a:lnTo>
                <a:lnTo>
                  <a:pt x="142875" y="1952624"/>
                </a:lnTo>
                <a:close/>
              </a:path>
            </a:pathLst>
          </a:custGeom>
          <a:solidFill>
            <a:srgbClr val="FF7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189ABB9-A8AF-EF7B-E174-A2DABBEE4B23}"/>
              </a:ext>
            </a:extLst>
          </p:cNvPr>
          <p:cNvGrpSpPr/>
          <p:nvPr/>
        </p:nvGrpSpPr>
        <p:grpSpPr>
          <a:xfrm>
            <a:off x="893761" y="1809489"/>
            <a:ext cx="571500" cy="571500"/>
            <a:chOff x="893761" y="2238375"/>
            <a:chExt cx="571500" cy="571500"/>
          </a:xfrm>
        </p:grpSpPr>
        <p:sp>
          <p:nvSpPr>
            <p:cNvPr id="9" name="object 9"/>
            <p:cNvSpPr/>
            <p:nvPr/>
          </p:nvSpPr>
          <p:spPr>
            <a:xfrm>
              <a:off x="893761" y="2238375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5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4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4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1D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628" y="2447895"/>
              <a:ext cx="133558" cy="152429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7936" y="5716429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23737" y="1142999"/>
                </a:moveTo>
                <a:lnTo>
                  <a:pt x="0" y="1142999"/>
                </a:lnTo>
                <a:lnTo>
                  <a:pt x="0" y="19261"/>
                </a:lnTo>
                <a:lnTo>
                  <a:pt x="39186" y="12095"/>
                </a:lnTo>
                <a:lnTo>
                  <a:pt x="85512" y="5803"/>
                </a:lnTo>
                <a:lnTo>
                  <a:pt x="132091" y="1792"/>
                </a:lnTo>
                <a:lnTo>
                  <a:pt x="178810" y="0"/>
                </a:lnTo>
                <a:lnTo>
                  <a:pt x="202189" y="0"/>
                </a:lnTo>
                <a:lnTo>
                  <a:pt x="248908" y="1792"/>
                </a:lnTo>
                <a:lnTo>
                  <a:pt x="295487" y="5803"/>
                </a:lnTo>
                <a:lnTo>
                  <a:pt x="341813" y="12095"/>
                </a:lnTo>
                <a:lnTo>
                  <a:pt x="387774" y="20652"/>
                </a:lnTo>
                <a:lnTo>
                  <a:pt x="433260" y="31454"/>
                </a:lnTo>
                <a:lnTo>
                  <a:pt x="478161" y="44475"/>
                </a:lnTo>
                <a:lnTo>
                  <a:pt x="522369" y="59684"/>
                </a:lnTo>
                <a:lnTo>
                  <a:pt x="565778" y="77043"/>
                </a:lnTo>
                <a:lnTo>
                  <a:pt x="608282" y="96512"/>
                </a:lnTo>
                <a:lnTo>
                  <a:pt x="649780" y="118043"/>
                </a:lnTo>
                <a:lnTo>
                  <a:pt x="690172" y="141584"/>
                </a:lnTo>
                <a:lnTo>
                  <a:pt x="729360" y="167078"/>
                </a:lnTo>
                <a:lnTo>
                  <a:pt x="767249" y="194465"/>
                </a:lnTo>
                <a:lnTo>
                  <a:pt x="803750" y="223678"/>
                </a:lnTo>
                <a:lnTo>
                  <a:pt x="838772" y="254646"/>
                </a:lnTo>
                <a:lnTo>
                  <a:pt x="872234" y="287296"/>
                </a:lnTo>
                <a:lnTo>
                  <a:pt x="904052" y="321548"/>
                </a:lnTo>
                <a:lnTo>
                  <a:pt x="934152" y="357321"/>
                </a:lnTo>
                <a:lnTo>
                  <a:pt x="962460" y="394527"/>
                </a:lnTo>
                <a:lnTo>
                  <a:pt x="988909" y="433078"/>
                </a:lnTo>
                <a:lnTo>
                  <a:pt x="1013434" y="472879"/>
                </a:lnTo>
                <a:lnTo>
                  <a:pt x="1035976" y="513836"/>
                </a:lnTo>
                <a:lnTo>
                  <a:pt x="1056482" y="555850"/>
                </a:lnTo>
                <a:lnTo>
                  <a:pt x="1074902" y="598820"/>
                </a:lnTo>
                <a:lnTo>
                  <a:pt x="1091191" y="642641"/>
                </a:lnTo>
                <a:lnTo>
                  <a:pt x="1105310" y="687210"/>
                </a:lnTo>
                <a:lnTo>
                  <a:pt x="1117225" y="732416"/>
                </a:lnTo>
                <a:lnTo>
                  <a:pt x="1126907" y="778154"/>
                </a:lnTo>
                <a:lnTo>
                  <a:pt x="1134334" y="824312"/>
                </a:lnTo>
                <a:lnTo>
                  <a:pt x="1139487" y="870779"/>
                </a:lnTo>
                <a:lnTo>
                  <a:pt x="1142354" y="917441"/>
                </a:lnTo>
                <a:lnTo>
                  <a:pt x="1142999" y="940810"/>
                </a:lnTo>
                <a:lnTo>
                  <a:pt x="1142999" y="964189"/>
                </a:lnTo>
                <a:lnTo>
                  <a:pt x="1141207" y="1010908"/>
                </a:lnTo>
                <a:lnTo>
                  <a:pt x="1137196" y="1057487"/>
                </a:lnTo>
                <a:lnTo>
                  <a:pt x="1130904" y="1103812"/>
                </a:lnTo>
                <a:lnTo>
                  <a:pt x="1123737" y="1142999"/>
                </a:lnTo>
                <a:close/>
              </a:path>
            </a:pathLst>
          </a:custGeom>
          <a:solidFill>
            <a:srgbClr val="003775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8961" y="5021068"/>
            <a:ext cx="11029950" cy="1628775"/>
          </a:xfrm>
          <a:custGeom>
            <a:avLst/>
            <a:gdLst/>
            <a:ahLst/>
            <a:cxnLst/>
            <a:rect l="l" t="t" r="r" b="b"/>
            <a:pathLst>
              <a:path w="11029950" h="1628775">
                <a:moveTo>
                  <a:pt x="10887074" y="1628774"/>
                </a:moveTo>
                <a:lnTo>
                  <a:pt x="115694" y="1628774"/>
                </a:lnTo>
                <a:lnTo>
                  <a:pt x="107642" y="1627859"/>
                </a:lnTo>
                <a:lnTo>
                  <a:pt x="68927" y="1614307"/>
                </a:lnTo>
                <a:lnTo>
                  <a:pt x="36267" y="1586927"/>
                </a:lnTo>
                <a:lnTo>
                  <a:pt x="14619" y="1553250"/>
                </a:lnTo>
                <a:lnTo>
                  <a:pt x="2379" y="1513772"/>
                </a:lnTo>
                <a:lnTo>
                  <a:pt x="0" y="1485899"/>
                </a:lnTo>
                <a:lnTo>
                  <a:pt x="0" y="142874"/>
                </a:lnTo>
                <a:lnTo>
                  <a:pt x="5330" y="101399"/>
                </a:lnTo>
                <a:lnTo>
                  <a:pt x="20868" y="63497"/>
                </a:lnTo>
                <a:lnTo>
                  <a:pt x="45270" y="32429"/>
                </a:lnTo>
                <a:lnTo>
                  <a:pt x="83950" y="7285"/>
                </a:lnTo>
                <a:lnTo>
                  <a:pt x="115694" y="0"/>
                </a:lnTo>
                <a:lnTo>
                  <a:pt x="10887074" y="0"/>
                </a:lnTo>
                <a:lnTo>
                  <a:pt x="10928547" y="6150"/>
                </a:lnTo>
                <a:lnTo>
                  <a:pt x="10966449" y="24077"/>
                </a:lnTo>
                <a:lnTo>
                  <a:pt x="10997518" y="52234"/>
                </a:lnTo>
                <a:lnTo>
                  <a:pt x="11019071" y="88198"/>
                </a:lnTo>
                <a:lnTo>
                  <a:pt x="11029262" y="128870"/>
                </a:lnTo>
                <a:lnTo>
                  <a:pt x="11029949" y="142874"/>
                </a:lnTo>
                <a:lnTo>
                  <a:pt x="11029949" y="1485899"/>
                </a:lnTo>
                <a:lnTo>
                  <a:pt x="11023797" y="1527373"/>
                </a:lnTo>
                <a:lnTo>
                  <a:pt x="11005869" y="1565276"/>
                </a:lnTo>
                <a:lnTo>
                  <a:pt x="10977712" y="1596344"/>
                </a:lnTo>
                <a:lnTo>
                  <a:pt x="10941748" y="1617898"/>
                </a:lnTo>
                <a:lnTo>
                  <a:pt x="10901078" y="1628088"/>
                </a:lnTo>
                <a:lnTo>
                  <a:pt x="10887074" y="1628774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9911" y="5021068"/>
            <a:ext cx="142875" cy="1628775"/>
          </a:xfrm>
          <a:custGeom>
            <a:avLst/>
            <a:gdLst/>
            <a:ahLst/>
            <a:cxnLst/>
            <a:rect l="l" t="t" r="r" b="b"/>
            <a:pathLst>
              <a:path w="142875" h="1628775">
                <a:moveTo>
                  <a:pt x="142875" y="1628774"/>
                </a:moveTo>
                <a:lnTo>
                  <a:pt x="101462" y="1622656"/>
                </a:lnTo>
                <a:lnTo>
                  <a:pt x="63482" y="1604717"/>
                </a:lnTo>
                <a:lnTo>
                  <a:pt x="32375" y="1576494"/>
                </a:lnTo>
                <a:lnTo>
                  <a:pt x="10875" y="1540575"/>
                </a:lnTo>
                <a:lnTo>
                  <a:pt x="679" y="1499974"/>
                </a:lnTo>
                <a:lnTo>
                  <a:pt x="0" y="1485900"/>
                </a:lnTo>
                <a:lnTo>
                  <a:pt x="0" y="142875"/>
                </a:lnTo>
                <a:lnTo>
                  <a:pt x="6117" y="101461"/>
                </a:lnTo>
                <a:lnTo>
                  <a:pt x="24056" y="63482"/>
                </a:lnTo>
                <a:lnTo>
                  <a:pt x="52279" y="32375"/>
                </a:lnTo>
                <a:lnTo>
                  <a:pt x="88198" y="10875"/>
                </a:lnTo>
                <a:lnTo>
                  <a:pt x="128800" y="680"/>
                </a:lnTo>
                <a:lnTo>
                  <a:pt x="142875" y="0"/>
                </a:lnTo>
                <a:lnTo>
                  <a:pt x="132553" y="680"/>
                </a:lnTo>
                <a:lnTo>
                  <a:pt x="122430" y="2719"/>
                </a:lnTo>
                <a:lnTo>
                  <a:pt x="84654" y="24056"/>
                </a:lnTo>
                <a:lnTo>
                  <a:pt x="55741" y="63482"/>
                </a:lnTo>
                <a:lnTo>
                  <a:pt x="42586" y="101461"/>
                </a:lnTo>
                <a:lnTo>
                  <a:pt x="38100" y="142875"/>
                </a:lnTo>
                <a:lnTo>
                  <a:pt x="38100" y="1485900"/>
                </a:lnTo>
                <a:lnTo>
                  <a:pt x="42586" y="1527312"/>
                </a:lnTo>
                <a:lnTo>
                  <a:pt x="55741" y="1565291"/>
                </a:lnTo>
                <a:lnTo>
                  <a:pt x="84654" y="1604717"/>
                </a:lnTo>
                <a:lnTo>
                  <a:pt x="122430" y="1626055"/>
                </a:lnTo>
                <a:lnTo>
                  <a:pt x="132553" y="1628095"/>
                </a:lnTo>
                <a:lnTo>
                  <a:pt x="142875" y="1628774"/>
                </a:lnTo>
                <a:close/>
              </a:path>
            </a:pathLst>
          </a:custGeom>
          <a:solidFill>
            <a:srgbClr val="FF7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3761" y="5259193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49" y="571499"/>
                </a:moveTo>
                <a:lnTo>
                  <a:pt x="243821" y="568407"/>
                </a:lnTo>
                <a:lnTo>
                  <a:pt x="202801" y="559196"/>
                </a:lnTo>
                <a:lnTo>
                  <a:pt x="163575" y="544065"/>
                </a:lnTo>
                <a:lnTo>
                  <a:pt x="126995" y="523341"/>
                </a:lnTo>
                <a:lnTo>
                  <a:pt x="93851" y="497476"/>
                </a:lnTo>
                <a:lnTo>
                  <a:pt x="64862" y="467027"/>
                </a:lnTo>
                <a:lnTo>
                  <a:pt x="40653" y="432654"/>
                </a:lnTo>
                <a:lnTo>
                  <a:pt x="21751" y="395100"/>
                </a:lnTo>
                <a:lnTo>
                  <a:pt x="8563" y="355181"/>
                </a:lnTo>
                <a:lnTo>
                  <a:pt x="1375" y="313758"/>
                </a:lnTo>
                <a:lnTo>
                  <a:pt x="0" y="285749"/>
                </a:lnTo>
                <a:lnTo>
                  <a:pt x="344" y="271728"/>
                </a:lnTo>
                <a:lnTo>
                  <a:pt x="5490" y="230001"/>
                </a:lnTo>
                <a:lnTo>
                  <a:pt x="16703" y="189482"/>
                </a:lnTo>
                <a:lnTo>
                  <a:pt x="33740" y="151047"/>
                </a:lnTo>
                <a:lnTo>
                  <a:pt x="56233" y="115527"/>
                </a:lnTo>
                <a:lnTo>
                  <a:pt x="83694" y="83693"/>
                </a:lnTo>
                <a:lnTo>
                  <a:pt x="115528" y="56233"/>
                </a:lnTo>
                <a:lnTo>
                  <a:pt x="151048" y="33740"/>
                </a:lnTo>
                <a:lnTo>
                  <a:pt x="189483" y="16703"/>
                </a:lnTo>
                <a:lnTo>
                  <a:pt x="230002" y="5490"/>
                </a:lnTo>
                <a:lnTo>
                  <a:pt x="271728" y="344"/>
                </a:lnTo>
                <a:lnTo>
                  <a:pt x="285749" y="0"/>
                </a:lnTo>
                <a:lnTo>
                  <a:pt x="299771" y="344"/>
                </a:lnTo>
                <a:lnTo>
                  <a:pt x="341496" y="5490"/>
                </a:lnTo>
                <a:lnTo>
                  <a:pt x="382016" y="16703"/>
                </a:lnTo>
                <a:lnTo>
                  <a:pt x="420451" y="33740"/>
                </a:lnTo>
                <a:lnTo>
                  <a:pt x="455971" y="56233"/>
                </a:lnTo>
                <a:lnTo>
                  <a:pt x="487805" y="83693"/>
                </a:lnTo>
                <a:lnTo>
                  <a:pt x="515266" y="115528"/>
                </a:lnTo>
                <a:lnTo>
                  <a:pt x="537758" y="151047"/>
                </a:lnTo>
                <a:lnTo>
                  <a:pt x="554796" y="189482"/>
                </a:lnTo>
                <a:lnTo>
                  <a:pt x="566009" y="230001"/>
                </a:lnTo>
                <a:lnTo>
                  <a:pt x="571156" y="271728"/>
                </a:lnTo>
                <a:lnTo>
                  <a:pt x="571499" y="285749"/>
                </a:lnTo>
                <a:lnTo>
                  <a:pt x="571156" y="299771"/>
                </a:lnTo>
                <a:lnTo>
                  <a:pt x="566009" y="341496"/>
                </a:lnTo>
                <a:lnTo>
                  <a:pt x="554796" y="382015"/>
                </a:lnTo>
                <a:lnTo>
                  <a:pt x="537758" y="420451"/>
                </a:lnTo>
                <a:lnTo>
                  <a:pt x="515266" y="455970"/>
                </a:lnTo>
                <a:lnTo>
                  <a:pt x="487805" y="487805"/>
                </a:lnTo>
                <a:lnTo>
                  <a:pt x="455971" y="515266"/>
                </a:lnTo>
                <a:lnTo>
                  <a:pt x="420451" y="537758"/>
                </a:lnTo>
                <a:lnTo>
                  <a:pt x="382016" y="554796"/>
                </a:lnTo>
                <a:lnTo>
                  <a:pt x="341496" y="566008"/>
                </a:lnTo>
                <a:lnTo>
                  <a:pt x="299771" y="571155"/>
                </a:lnTo>
                <a:lnTo>
                  <a:pt x="285749" y="571499"/>
                </a:lnTo>
                <a:close/>
              </a:path>
            </a:pathLst>
          </a:custGeom>
          <a:solidFill>
            <a:srgbClr val="1D4D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2361" y="5468743"/>
            <a:ext cx="114299" cy="152399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dirty="0">
                <a:latin typeface="Malgun Gothic" panose="020B0503020000020004" pitchFamily="50" charset="-127"/>
                <a:ea typeface="맑은 고딕" panose="020B0503020000020004" pitchFamily="50" charset="-127"/>
              </a:rPr>
              <a:t>보충과목 안내 </a:t>
            </a:r>
            <a:r>
              <a:rPr sz="4650" dirty="0">
                <a:latin typeface="Malgun Gothic" panose="020B0503020000020004" pitchFamily="50" charset="-127"/>
                <a:ea typeface="맑은 고딕" panose="020B0503020000020004" pitchFamily="50" charset="-127"/>
                <a:cs typeface="Noto Sans JP Black"/>
              </a:rPr>
              <a:t>(1)</a:t>
            </a:r>
            <a:r>
              <a:rPr dirty="0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Verdana"/>
              </a:rPr>
              <a:t>.</a:t>
            </a:r>
            <a:endParaRPr sz="4650" dirty="0">
              <a:latin typeface="Malgun Gothic" panose="020B0503020000020004" pitchFamily="50" charset="-127"/>
              <a:ea typeface="맑은 고딕" panose="020B0503020000020004" pitchFamily="50" charset="-127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90688" y="1883199"/>
            <a:ext cx="2735997" cy="34624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sz="2150" b="1" dirty="0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Malgun Gothic"/>
              </a:rPr>
              <a:t>보충과목 이수 대상</a:t>
            </a:r>
            <a:endParaRPr sz="2150" dirty="0">
              <a:latin typeface="Malgun Gothic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22400" y="2418327"/>
            <a:ext cx="58419" cy="744855"/>
          </a:xfrm>
          <a:custGeom>
            <a:avLst/>
            <a:gdLst/>
            <a:ahLst/>
            <a:cxnLst/>
            <a:rect l="l" t="t" r="r" b="b"/>
            <a:pathLst>
              <a:path w="58419" h="744854">
                <a:moveTo>
                  <a:pt x="58102" y="693051"/>
                </a:moveTo>
                <a:lnTo>
                  <a:pt x="13550" y="648500"/>
                </a:lnTo>
                <a:lnTo>
                  <a:pt x="9461" y="647700"/>
                </a:lnTo>
                <a:lnTo>
                  <a:pt x="2324" y="650671"/>
                </a:lnTo>
                <a:lnTo>
                  <a:pt x="0" y="654126"/>
                </a:lnTo>
                <a:lnTo>
                  <a:pt x="0" y="738035"/>
                </a:lnTo>
                <a:lnTo>
                  <a:pt x="2324" y="741514"/>
                </a:lnTo>
                <a:lnTo>
                  <a:pt x="9461" y="744486"/>
                </a:lnTo>
                <a:lnTo>
                  <a:pt x="13550" y="743661"/>
                </a:lnTo>
                <a:lnTo>
                  <a:pt x="16281" y="740956"/>
                </a:lnTo>
                <a:lnTo>
                  <a:pt x="54381" y="702856"/>
                </a:lnTo>
                <a:lnTo>
                  <a:pt x="58102" y="699096"/>
                </a:lnTo>
                <a:lnTo>
                  <a:pt x="58102" y="693051"/>
                </a:lnTo>
                <a:close/>
              </a:path>
              <a:path w="58419" h="744854">
                <a:moveTo>
                  <a:pt x="58102" y="369201"/>
                </a:moveTo>
                <a:lnTo>
                  <a:pt x="13550" y="324650"/>
                </a:lnTo>
                <a:lnTo>
                  <a:pt x="9461" y="323850"/>
                </a:lnTo>
                <a:lnTo>
                  <a:pt x="2324" y="326821"/>
                </a:lnTo>
                <a:lnTo>
                  <a:pt x="0" y="330276"/>
                </a:lnTo>
                <a:lnTo>
                  <a:pt x="0" y="414185"/>
                </a:lnTo>
                <a:lnTo>
                  <a:pt x="2324" y="417664"/>
                </a:lnTo>
                <a:lnTo>
                  <a:pt x="9461" y="420636"/>
                </a:lnTo>
                <a:lnTo>
                  <a:pt x="13550" y="419811"/>
                </a:lnTo>
                <a:lnTo>
                  <a:pt x="16281" y="417106"/>
                </a:lnTo>
                <a:lnTo>
                  <a:pt x="54381" y="379006"/>
                </a:lnTo>
                <a:lnTo>
                  <a:pt x="58102" y="375246"/>
                </a:lnTo>
                <a:lnTo>
                  <a:pt x="58102" y="369201"/>
                </a:lnTo>
                <a:close/>
              </a:path>
              <a:path w="58419" h="744854">
                <a:moveTo>
                  <a:pt x="58102" y="45351"/>
                </a:moveTo>
                <a:lnTo>
                  <a:pt x="13550" y="800"/>
                </a:lnTo>
                <a:lnTo>
                  <a:pt x="9461" y="0"/>
                </a:lnTo>
                <a:lnTo>
                  <a:pt x="2324" y="2971"/>
                </a:lnTo>
                <a:lnTo>
                  <a:pt x="0" y="6426"/>
                </a:lnTo>
                <a:lnTo>
                  <a:pt x="0" y="90335"/>
                </a:lnTo>
                <a:lnTo>
                  <a:pt x="2324" y="93814"/>
                </a:lnTo>
                <a:lnTo>
                  <a:pt x="9461" y="96786"/>
                </a:lnTo>
                <a:lnTo>
                  <a:pt x="13550" y="95961"/>
                </a:lnTo>
                <a:lnTo>
                  <a:pt x="16281" y="93256"/>
                </a:lnTo>
                <a:lnTo>
                  <a:pt x="54381" y="55156"/>
                </a:lnTo>
                <a:lnTo>
                  <a:pt x="58102" y="51396"/>
                </a:lnTo>
                <a:lnTo>
                  <a:pt x="58102" y="45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8961" y="3462742"/>
            <a:ext cx="11029950" cy="1408113"/>
          </a:xfrm>
          <a:custGeom>
            <a:avLst/>
            <a:gdLst/>
            <a:ahLst/>
            <a:cxnLst/>
            <a:rect l="l" t="t" r="r" b="b"/>
            <a:pathLst>
              <a:path w="11029950" h="1638300">
                <a:moveTo>
                  <a:pt x="10887074" y="1638299"/>
                </a:moveTo>
                <a:lnTo>
                  <a:pt x="115694" y="1638299"/>
                </a:lnTo>
                <a:lnTo>
                  <a:pt x="107642" y="1637384"/>
                </a:lnTo>
                <a:lnTo>
                  <a:pt x="68927" y="1623833"/>
                </a:lnTo>
                <a:lnTo>
                  <a:pt x="36267" y="1596452"/>
                </a:lnTo>
                <a:lnTo>
                  <a:pt x="14619" y="1562776"/>
                </a:lnTo>
                <a:lnTo>
                  <a:pt x="2379" y="1523298"/>
                </a:lnTo>
                <a:lnTo>
                  <a:pt x="0" y="1495424"/>
                </a:lnTo>
                <a:lnTo>
                  <a:pt x="0" y="142874"/>
                </a:lnTo>
                <a:lnTo>
                  <a:pt x="5330" y="101399"/>
                </a:lnTo>
                <a:lnTo>
                  <a:pt x="20868" y="63497"/>
                </a:lnTo>
                <a:lnTo>
                  <a:pt x="45270" y="32429"/>
                </a:lnTo>
                <a:lnTo>
                  <a:pt x="83950" y="7285"/>
                </a:lnTo>
                <a:lnTo>
                  <a:pt x="115694" y="0"/>
                </a:lnTo>
                <a:lnTo>
                  <a:pt x="10887074" y="0"/>
                </a:lnTo>
                <a:lnTo>
                  <a:pt x="10928547" y="6150"/>
                </a:lnTo>
                <a:lnTo>
                  <a:pt x="10966449" y="24078"/>
                </a:lnTo>
                <a:lnTo>
                  <a:pt x="10997518" y="52234"/>
                </a:lnTo>
                <a:lnTo>
                  <a:pt x="11019071" y="88198"/>
                </a:lnTo>
                <a:lnTo>
                  <a:pt x="11029262" y="128870"/>
                </a:lnTo>
                <a:lnTo>
                  <a:pt x="11029949" y="142874"/>
                </a:lnTo>
                <a:lnTo>
                  <a:pt x="11029949" y="1495424"/>
                </a:lnTo>
                <a:lnTo>
                  <a:pt x="11023797" y="1536900"/>
                </a:lnTo>
                <a:lnTo>
                  <a:pt x="11005869" y="1574802"/>
                </a:lnTo>
                <a:lnTo>
                  <a:pt x="10977712" y="1605869"/>
                </a:lnTo>
                <a:lnTo>
                  <a:pt x="10941748" y="1627423"/>
                </a:lnTo>
                <a:lnTo>
                  <a:pt x="10901078" y="1637613"/>
                </a:lnTo>
                <a:lnTo>
                  <a:pt x="10887074" y="163829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9911" y="3462742"/>
            <a:ext cx="142875" cy="1408113"/>
          </a:xfrm>
          <a:custGeom>
            <a:avLst/>
            <a:gdLst/>
            <a:ahLst/>
            <a:cxnLst/>
            <a:rect l="l" t="t" r="r" b="b"/>
            <a:pathLst>
              <a:path w="142875" h="1638300">
                <a:moveTo>
                  <a:pt x="142875" y="1638299"/>
                </a:moveTo>
                <a:lnTo>
                  <a:pt x="101462" y="1632181"/>
                </a:lnTo>
                <a:lnTo>
                  <a:pt x="63482" y="1614243"/>
                </a:lnTo>
                <a:lnTo>
                  <a:pt x="32375" y="1586019"/>
                </a:lnTo>
                <a:lnTo>
                  <a:pt x="10875" y="1550100"/>
                </a:lnTo>
                <a:lnTo>
                  <a:pt x="679" y="1509499"/>
                </a:lnTo>
                <a:lnTo>
                  <a:pt x="0" y="1495425"/>
                </a:lnTo>
                <a:lnTo>
                  <a:pt x="0" y="142875"/>
                </a:lnTo>
                <a:lnTo>
                  <a:pt x="6117" y="101462"/>
                </a:lnTo>
                <a:lnTo>
                  <a:pt x="24056" y="63482"/>
                </a:lnTo>
                <a:lnTo>
                  <a:pt x="52279" y="32375"/>
                </a:lnTo>
                <a:lnTo>
                  <a:pt x="88199" y="10875"/>
                </a:lnTo>
                <a:lnTo>
                  <a:pt x="128800" y="679"/>
                </a:lnTo>
                <a:lnTo>
                  <a:pt x="142875" y="0"/>
                </a:lnTo>
                <a:lnTo>
                  <a:pt x="132553" y="679"/>
                </a:lnTo>
                <a:lnTo>
                  <a:pt x="122430" y="2719"/>
                </a:lnTo>
                <a:lnTo>
                  <a:pt x="84654" y="24056"/>
                </a:lnTo>
                <a:lnTo>
                  <a:pt x="55741" y="63482"/>
                </a:lnTo>
                <a:lnTo>
                  <a:pt x="42586" y="101462"/>
                </a:lnTo>
                <a:lnTo>
                  <a:pt x="38100" y="142875"/>
                </a:lnTo>
                <a:lnTo>
                  <a:pt x="38100" y="1495425"/>
                </a:lnTo>
                <a:lnTo>
                  <a:pt x="42586" y="1536837"/>
                </a:lnTo>
                <a:lnTo>
                  <a:pt x="55741" y="1574816"/>
                </a:lnTo>
                <a:lnTo>
                  <a:pt x="84654" y="1614243"/>
                </a:lnTo>
                <a:lnTo>
                  <a:pt x="122430" y="1635580"/>
                </a:lnTo>
                <a:lnTo>
                  <a:pt x="132553" y="1637620"/>
                </a:lnTo>
                <a:lnTo>
                  <a:pt x="142875" y="1638299"/>
                </a:lnTo>
                <a:close/>
              </a:path>
            </a:pathLst>
          </a:custGeom>
          <a:solidFill>
            <a:srgbClr val="FF7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DC18826-D067-7922-1B2B-B7A288F9D925}"/>
              </a:ext>
            </a:extLst>
          </p:cNvPr>
          <p:cNvGrpSpPr/>
          <p:nvPr/>
        </p:nvGrpSpPr>
        <p:grpSpPr>
          <a:xfrm>
            <a:off x="893761" y="3602066"/>
            <a:ext cx="571500" cy="571500"/>
            <a:chOff x="893761" y="4505324"/>
            <a:chExt cx="571500" cy="571500"/>
          </a:xfrm>
        </p:grpSpPr>
        <p:sp>
          <p:nvSpPr>
            <p:cNvPr id="24" name="object 24"/>
            <p:cNvSpPr/>
            <p:nvPr/>
          </p:nvSpPr>
          <p:spPr>
            <a:xfrm>
              <a:off x="893761" y="45053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2"/>
                  </a:lnTo>
                  <a:lnTo>
                    <a:pt x="33740" y="151047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7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5"/>
                  </a:lnTo>
                  <a:lnTo>
                    <a:pt x="537758" y="420450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1D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3311" y="4714874"/>
              <a:ext cx="152399" cy="1523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690688" y="3688592"/>
            <a:ext cx="1386203" cy="34624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sz="2150" b="1" dirty="0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Malgun Gothic"/>
              </a:rPr>
              <a:t>이수 기준</a:t>
            </a:r>
            <a:endParaRPr sz="2150" dirty="0">
              <a:latin typeface="Malgun Gothic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722400" y="4243031"/>
            <a:ext cx="58419" cy="421005"/>
          </a:xfrm>
          <a:custGeom>
            <a:avLst/>
            <a:gdLst/>
            <a:ahLst/>
            <a:cxnLst/>
            <a:rect l="l" t="t" r="r" b="b"/>
            <a:pathLst>
              <a:path w="58419" h="421004">
                <a:moveTo>
                  <a:pt x="58102" y="369201"/>
                </a:moveTo>
                <a:lnTo>
                  <a:pt x="13550" y="324650"/>
                </a:lnTo>
                <a:lnTo>
                  <a:pt x="9461" y="323850"/>
                </a:lnTo>
                <a:lnTo>
                  <a:pt x="2324" y="326821"/>
                </a:lnTo>
                <a:lnTo>
                  <a:pt x="0" y="330276"/>
                </a:lnTo>
                <a:lnTo>
                  <a:pt x="0" y="414185"/>
                </a:lnTo>
                <a:lnTo>
                  <a:pt x="2324" y="417664"/>
                </a:lnTo>
                <a:lnTo>
                  <a:pt x="9461" y="420636"/>
                </a:lnTo>
                <a:lnTo>
                  <a:pt x="13550" y="419811"/>
                </a:lnTo>
                <a:lnTo>
                  <a:pt x="16281" y="417106"/>
                </a:lnTo>
                <a:lnTo>
                  <a:pt x="54381" y="379006"/>
                </a:lnTo>
                <a:lnTo>
                  <a:pt x="58102" y="375246"/>
                </a:lnTo>
                <a:lnTo>
                  <a:pt x="58102" y="369201"/>
                </a:lnTo>
                <a:close/>
              </a:path>
              <a:path w="58419" h="421004">
                <a:moveTo>
                  <a:pt x="58102" y="45351"/>
                </a:moveTo>
                <a:lnTo>
                  <a:pt x="13550" y="800"/>
                </a:lnTo>
                <a:lnTo>
                  <a:pt x="9461" y="0"/>
                </a:lnTo>
                <a:lnTo>
                  <a:pt x="2324" y="2971"/>
                </a:lnTo>
                <a:lnTo>
                  <a:pt x="0" y="6426"/>
                </a:lnTo>
                <a:lnTo>
                  <a:pt x="0" y="90335"/>
                </a:lnTo>
                <a:lnTo>
                  <a:pt x="2324" y="93814"/>
                </a:lnTo>
                <a:lnTo>
                  <a:pt x="9461" y="96786"/>
                </a:lnTo>
                <a:lnTo>
                  <a:pt x="13550" y="95961"/>
                </a:lnTo>
                <a:lnTo>
                  <a:pt x="16281" y="93256"/>
                </a:lnTo>
                <a:lnTo>
                  <a:pt x="54381" y="55156"/>
                </a:lnTo>
                <a:lnTo>
                  <a:pt x="58102" y="51396"/>
                </a:lnTo>
                <a:lnTo>
                  <a:pt x="58102" y="45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690686" y="5256703"/>
            <a:ext cx="2422525" cy="34624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sz="2150" b="1" dirty="0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Malgun Gothic"/>
              </a:rPr>
              <a:t>대상자 세부 규정</a:t>
            </a:r>
            <a:endParaRPr sz="2150">
              <a:latin typeface="Malgun Gothic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722400" y="5791830"/>
            <a:ext cx="58419" cy="421005"/>
          </a:xfrm>
          <a:custGeom>
            <a:avLst/>
            <a:gdLst/>
            <a:ahLst/>
            <a:cxnLst/>
            <a:rect l="l" t="t" r="r" b="b"/>
            <a:pathLst>
              <a:path w="58419" h="421004">
                <a:moveTo>
                  <a:pt x="58102" y="369201"/>
                </a:moveTo>
                <a:lnTo>
                  <a:pt x="13550" y="324650"/>
                </a:lnTo>
                <a:lnTo>
                  <a:pt x="9461" y="323850"/>
                </a:lnTo>
                <a:lnTo>
                  <a:pt x="2324" y="326821"/>
                </a:lnTo>
                <a:lnTo>
                  <a:pt x="0" y="330276"/>
                </a:lnTo>
                <a:lnTo>
                  <a:pt x="0" y="414185"/>
                </a:lnTo>
                <a:lnTo>
                  <a:pt x="2324" y="417664"/>
                </a:lnTo>
                <a:lnTo>
                  <a:pt x="9461" y="420636"/>
                </a:lnTo>
                <a:lnTo>
                  <a:pt x="13550" y="419811"/>
                </a:lnTo>
                <a:lnTo>
                  <a:pt x="16281" y="417106"/>
                </a:lnTo>
                <a:lnTo>
                  <a:pt x="54381" y="379006"/>
                </a:lnTo>
                <a:lnTo>
                  <a:pt x="58102" y="375246"/>
                </a:lnTo>
                <a:lnTo>
                  <a:pt x="58102" y="369201"/>
                </a:lnTo>
                <a:close/>
              </a:path>
              <a:path w="58419" h="421004">
                <a:moveTo>
                  <a:pt x="58102" y="45351"/>
                </a:moveTo>
                <a:lnTo>
                  <a:pt x="13550" y="800"/>
                </a:lnTo>
                <a:lnTo>
                  <a:pt x="9461" y="0"/>
                </a:lnTo>
                <a:lnTo>
                  <a:pt x="2324" y="2971"/>
                </a:lnTo>
                <a:lnTo>
                  <a:pt x="0" y="6426"/>
                </a:lnTo>
                <a:lnTo>
                  <a:pt x="0" y="90335"/>
                </a:lnTo>
                <a:lnTo>
                  <a:pt x="2324" y="93814"/>
                </a:lnTo>
                <a:lnTo>
                  <a:pt x="9461" y="96786"/>
                </a:lnTo>
                <a:lnTo>
                  <a:pt x="13550" y="95961"/>
                </a:lnTo>
                <a:lnTo>
                  <a:pt x="16281" y="93256"/>
                </a:lnTo>
                <a:lnTo>
                  <a:pt x="54381" y="55156"/>
                </a:lnTo>
                <a:lnTo>
                  <a:pt x="58102" y="51396"/>
                </a:lnTo>
                <a:lnTo>
                  <a:pt x="58102" y="45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960860" y="5733856"/>
            <a:ext cx="8823326" cy="2199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/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타 학과 출신 신입생은 입학 첫 학기에 보충과목 수강계획서 </a:t>
            </a:r>
            <a:r>
              <a:rPr sz="135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제출</a:t>
            </a: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endParaRPr lang="en-US" sz="1350" dirty="0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  <a:cs typeface="Dotum"/>
            </a:endParaRPr>
          </a:p>
        </p:txBody>
      </p:sp>
      <p:sp>
        <p:nvSpPr>
          <p:cNvPr id="32" name="object 20">
            <a:extLst>
              <a:ext uri="{FF2B5EF4-FFF2-40B4-BE49-F238E27FC236}">
                <a16:creationId xmlns:a16="http://schemas.microsoft.com/office/drawing/2014/main" id="{D87A4BA9-0BF1-4F17-F136-3637066B239B}"/>
              </a:ext>
            </a:extLst>
          </p:cNvPr>
          <p:cNvSpPr txBox="1"/>
          <p:nvPr/>
        </p:nvSpPr>
        <p:spPr>
          <a:xfrm>
            <a:off x="1945583" y="2244496"/>
            <a:ext cx="7971325" cy="33919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>
              <a:spcBef>
                <a:spcPct val="0"/>
              </a:spcBef>
            </a:pP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석사과정</a:t>
            </a:r>
            <a:r>
              <a:rPr sz="13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Frutiger LT Com 55 Roman"/>
              </a:rPr>
              <a:t>: </a:t>
            </a: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학부 전공이 다른 경우 보충과목 </a:t>
            </a:r>
            <a:r>
              <a:rPr sz="13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Frutiger LT Com 55 Roman"/>
              </a:rPr>
              <a:t>9</a:t>
            </a: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학점 </a:t>
            </a:r>
            <a:r>
              <a:rPr sz="135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이수</a:t>
            </a:r>
            <a:endParaRPr sz="1350" dirty="0">
              <a:latin typeface="Malgun Gothic" panose="020B0503020000020004" pitchFamily="50" charset="-127"/>
              <a:ea typeface="맑은 고딕" panose="020B0503020000020004" pitchFamily="50" charset="-127"/>
              <a:cs typeface="Dotum"/>
            </a:endParaRPr>
          </a:p>
        </p:txBody>
      </p:sp>
      <p:sp>
        <p:nvSpPr>
          <p:cNvPr id="33" name="object 20">
            <a:extLst>
              <a:ext uri="{FF2B5EF4-FFF2-40B4-BE49-F238E27FC236}">
                <a16:creationId xmlns:a16="http://schemas.microsoft.com/office/drawing/2014/main" id="{57375D09-9322-480D-909E-6E6E038A5745}"/>
              </a:ext>
            </a:extLst>
          </p:cNvPr>
          <p:cNvSpPr txBox="1"/>
          <p:nvPr/>
        </p:nvSpPr>
        <p:spPr>
          <a:xfrm>
            <a:off x="1960862" y="2886467"/>
            <a:ext cx="7971325" cy="33919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R="5080">
              <a:spcBef>
                <a:spcPct val="0"/>
              </a:spcBef>
            </a:pPr>
            <a:r>
              <a:rPr sz="135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편입생</a:t>
            </a:r>
            <a:r>
              <a:rPr sz="13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Frutiger LT Com 55 Roman"/>
              </a:rPr>
              <a:t>: </a:t>
            </a: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전적 대학원에서 이수한 보충과목을 인정받을 수 있음</a:t>
            </a:r>
            <a:endParaRPr sz="1350" dirty="0">
              <a:latin typeface="Malgun Gothic" panose="020B0503020000020004" pitchFamily="50" charset="-127"/>
              <a:ea typeface="맑은 고딕" panose="020B0503020000020004" pitchFamily="50" charset="-127"/>
              <a:cs typeface="Dotum"/>
            </a:endParaRPr>
          </a:p>
        </p:txBody>
      </p:sp>
      <p:sp>
        <p:nvSpPr>
          <p:cNvPr id="34" name="object 20">
            <a:extLst>
              <a:ext uri="{FF2B5EF4-FFF2-40B4-BE49-F238E27FC236}">
                <a16:creationId xmlns:a16="http://schemas.microsoft.com/office/drawing/2014/main" id="{D036DB22-D48A-03C0-7DF5-27BD101D5C3D}"/>
              </a:ext>
            </a:extLst>
          </p:cNvPr>
          <p:cNvSpPr txBox="1"/>
          <p:nvPr/>
        </p:nvSpPr>
        <p:spPr>
          <a:xfrm>
            <a:off x="1960862" y="2570250"/>
            <a:ext cx="7971325" cy="33919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R="5080">
              <a:spcBef>
                <a:spcPct val="0"/>
              </a:spcBef>
            </a:pPr>
            <a:r>
              <a:rPr sz="135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박사과정</a:t>
            </a:r>
            <a:r>
              <a:rPr sz="13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Frutiger LT Com 55 Roman"/>
              </a:rPr>
              <a:t>: </a:t>
            </a: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학부 또는 석사 전공이 다른 경우 보충과목 </a:t>
            </a:r>
            <a:r>
              <a:rPr sz="13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Frutiger LT Com 55 Roman"/>
              </a:rPr>
              <a:t>12</a:t>
            </a: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학점 </a:t>
            </a:r>
            <a:r>
              <a:rPr sz="135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이수</a:t>
            </a: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endParaRPr lang="en-US" sz="1350" dirty="0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  <a:cs typeface="Dotum"/>
            </a:endParaRPr>
          </a:p>
        </p:txBody>
      </p:sp>
      <p:sp>
        <p:nvSpPr>
          <p:cNvPr id="35" name="object 28">
            <a:extLst>
              <a:ext uri="{FF2B5EF4-FFF2-40B4-BE49-F238E27FC236}">
                <a16:creationId xmlns:a16="http://schemas.microsoft.com/office/drawing/2014/main" id="{8EBD74FC-EBE9-A7F1-EC07-5443D2EBDFD1}"/>
              </a:ext>
            </a:extLst>
          </p:cNvPr>
          <p:cNvSpPr txBox="1"/>
          <p:nvPr/>
        </p:nvSpPr>
        <p:spPr>
          <a:xfrm>
            <a:off x="1960860" y="4506498"/>
            <a:ext cx="6944705" cy="2199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/>
            <a:r>
              <a:rPr sz="135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보충과목은</a:t>
            </a: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졸업이수학점에 포함되지 않음</a:t>
            </a:r>
            <a:endParaRPr sz="1350" dirty="0">
              <a:latin typeface="Malgun Gothic" panose="020B0503020000020004" pitchFamily="50" charset="-127"/>
              <a:ea typeface="맑은 고딕" panose="020B0503020000020004" pitchFamily="50" charset="-127"/>
              <a:cs typeface="Dotum"/>
            </a:endParaRPr>
          </a:p>
        </p:txBody>
      </p:sp>
      <p:sp>
        <p:nvSpPr>
          <p:cNvPr id="36" name="object 28">
            <a:extLst>
              <a:ext uri="{FF2B5EF4-FFF2-40B4-BE49-F238E27FC236}">
                <a16:creationId xmlns:a16="http://schemas.microsoft.com/office/drawing/2014/main" id="{95EAC8E5-AAE3-9FAE-255A-48CB28AA327D}"/>
              </a:ext>
            </a:extLst>
          </p:cNvPr>
          <p:cNvSpPr txBox="1"/>
          <p:nvPr/>
        </p:nvSpPr>
        <p:spPr>
          <a:xfrm>
            <a:off x="1960860" y="4173566"/>
            <a:ext cx="6944705" cy="2199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/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보충과목 성적이 </a:t>
            </a:r>
            <a:r>
              <a:rPr sz="13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Frutiger LT Com 55 Roman"/>
              </a:rPr>
              <a:t>C</a:t>
            </a: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학점</a:t>
            </a:r>
            <a:r>
              <a:rPr sz="13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Frutiger LT Com 55 Roman"/>
              </a:rPr>
              <a:t>(70</a:t>
            </a: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점</a:t>
            </a:r>
            <a:r>
              <a:rPr sz="13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Frutiger LT Com 55 Roman"/>
              </a:rPr>
              <a:t>) </a:t>
            </a: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이상인 경우에만 이수 </a:t>
            </a:r>
            <a:r>
              <a:rPr sz="135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인정</a:t>
            </a: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endParaRPr lang="en-US" sz="1350" dirty="0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  <a:cs typeface="Dotum"/>
            </a:endParaRPr>
          </a:p>
        </p:txBody>
      </p:sp>
      <p:sp>
        <p:nvSpPr>
          <p:cNvPr id="37" name="object 31">
            <a:extLst>
              <a:ext uri="{FF2B5EF4-FFF2-40B4-BE49-F238E27FC236}">
                <a16:creationId xmlns:a16="http://schemas.microsoft.com/office/drawing/2014/main" id="{3DD39E8C-C9A4-8035-5FB6-FF7AB0000C5B}"/>
              </a:ext>
            </a:extLst>
          </p:cNvPr>
          <p:cNvSpPr txBox="1"/>
          <p:nvPr/>
        </p:nvSpPr>
        <p:spPr>
          <a:xfrm>
            <a:off x="1960860" y="6046505"/>
            <a:ext cx="8823326" cy="2199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/>
            <a:r>
              <a:rPr sz="135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학과</a:t>
            </a:r>
            <a:r>
              <a:rPr sz="135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교수회의를 통해 대상자와 과목 최종 선정</a:t>
            </a:r>
            <a:endParaRPr sz="1350" dirty="0">
              <a:latin typeface="Malgun Gothic" panose="020B0503020000020004" pitchFamily="50" charset="-127"/>
              <a:ea typeface="맑은 고딕" panose="020B0503020000020004" pitchFamily="50" charset="-127"/>
              <a:cs typeface="Dot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588" y="0"/>
            <a:ext cx="12192000" cy="6856412"/>
          </a:xfrm>
          <a:custGeom>
            <a:avLst/>
            <a:gdLst/>
            <a:ahLst/>
            <a:cxnLst/>
            <a:rect l="l" t="t" r="r" b="b"/>
            <a:pathLst>
              <a:path w="12192000" h="8153400">
                <a:moveTo>
                  <a:pt x="12191999" y="8153399"/>
                </a:moveTo>
                <a:lnTo>
                  <a:pt x="0" y="81533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8153399"/>
                </a:lnTo>
                <a:close/>
              </a:path>
            </a:pathLst>
          </a:custGeom>
          <a:solidFill>
            <a:srgbClr val="0921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1000000">
            <a:off x="5955856" y="6213784"/>
            <a:ext cx="5929330" cy="27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"/>
              </a:lnSpc>
            </a:pPr>
            <a:r>
              <a:rPr sz="9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Noto Sans JP Black"/>
              </a:rPr>
              <a:t>COURSES</a:t>
            </a:r>
            <a:endParaRPr sz="9500" dirty="0">
              <a:solidFill>
                <a:schemeClr val="tx1">
                  <a:lumMod val="95000"/>
                  <a:lumOff val="5000"/>
                </a:schemeClr>
              </a:solidFill>
              <a:latin typeface="Malgun Gothic" panose="020B0503020000020004" pitchFamily="50" charset="-127"/>
              <a:ea typeface="맑은 고딕" panose="020B0503020000020004" pitchFamily="50" charset="-127"/>
              <a:cs typeface="Noto Sans JP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09161" y="1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49" y="2381249"/>
                </a:moveTo>
                <a:lnTo>
                  <a:pt x="0" y="0"/>
                </a:lnTo>
                <a:lnTo>
                  <a:pt x="2381249" y="0"/>
                </a:lnTo>
                <a:lnTo>
                  <a:pt x="2381249" y="2381249"/>
                </a:lnTo>
                <a:close/>
              </a:path>
            </a:pathLst>
          </a:custGeom>
          <a:solidFill>
            <a:srgbClr val="1D4D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-1588" y="146685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36" y="5716429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23737" y="1142999"/>
                </a:moveTo>
                <a:lnTo>
                  <a:pt x="0" y="1142999"/>
                </a:lnTo>
                <a:lnTo>
                  <a:pt x="0" y="19261"/>
                </a:lnTo>
                <a:lnTo>
                  <a:pt x="39186" y="12095"/>
                </a:lnTo>
                <a:lnTo>
                  <a:pt x="85512" y="5803"/>
                </a:lnTo>
                <a:lnTo>
                  <a:pt x="132091" y="1792"/>
                </a:lnTo>
                <a:lnTo>
                  <a:pt x="178810" y="0"/>
                </a:lnTo>
                <a:lnTo>
                  <a:pt x="202189" y="0"/>
                </a:lnTo>
                <a:lnTo>
                  <a:pt x="248908" y="1792"/>
                </a:lnTo>
                <a:lnTo>
                  <a:pt x="295487" y="5803"/>
                </a:lnTo>
                <a:lnTo>
                  <a:pt x="341813" y="12095"/>
                </a:lnTo>
                <a:lnTo>
                  <a:pt x="387774" y="20652"/>
                </a:lnTo>
                <a:lnTo>
                  <a:pt x="433260" y="31454"/>
                </a:lnTo>
                <a:lnTo>
                  <a:pt x="478161" y="44475"/>
                </a:lnTo>
                <a:lnTo>
                  <a:pt x="522369" y="59684"/>
                </a:lnTo>
                <a:lnTo>
                  <a:pt x="565778" y="77043"/>
                </a:lnTo>
                <a:lnTo>
                  <a:pt x="608282" y="96512"/>
                </a:lnTo>
                <a:lnTo>
                  <a:pt x="649780" y="118043"/>
                </a:lnTo>
                <a:lnTo>
                  <a:pt x="690172" y="141584"/>
                </a:lnTo>
                <a:lnTo>
                  <a:pt x="729360" y="167078"/>
                </a:lnTo>
                <a:lnTo>
                  <a:pt x="767249" y="194465"/>
                </a:lnTo>
                <a:lnTo>
                  <a:pt x="803750" y="223678"/>
                </a:lnTo>
                <a:lnTo>
                  <a:pt x="838772" y="254646"/>
                </a:lnTo>
                <a:lnTo>
                  <a:pt x="872234" y="287296"/>
                </a:lnTo>
                <a:lnTo>
                  <a:pt x="904052" y="321548"/>
                </a:lnTo>
                <a:lnTo>
                  <a:pt x="934152" y="357321"/>
                </a:lnTo>
                <a:lnTo>
                  <a:pt x="962460" y="394527"/>
                </a:lnTo>
                <a:lnTo>
                  <a:pt x="988909" y="433078"/>
                </a:lnTo>
                <a:lnTo>
                  <a:pt x="1013434" y="472879"/>
                </a:lnTo>
                <a:lnTo>
                  <a:pt x="1035976" y="513836"/>
                </a:lnTo>
                <a:lnTo>
                  <a:pt x="1056482" y="555850"/>
                </a:lnTo>
                <a:lnTo>
                  <a:pt x="1074902" y="598820"/>
                </a:lnTo>
                <a:lnTo>
                  <a:pt x="1091191" y="642641"/>
                </a:lnTo>
                <a:lnTo>
                  <a:pt x="1105310" y="687210"/>
                </a:lnTo>
                <a:lnTo>
                  <a:pt x="1117225" y="732416"/>
                </a:lnTo>
                <a:lnTo>
                  <a:pt x="1126907" y="778154"/>
                </a:lnTo>
                <a:lnTo>
                  <a:pt x="1134334" y="824312"/>
                </a:lnTo>
                <a:lnTo>
                  <a:pt x="1139487" y="870779"/>
                </a:lnTo>
                <a:lnTo>
                  <a:pt x="1142354" y="917441"/>
                </a:lnTo>
                <a:lnTo>
                  <a:pt x="1142999" y="940810"/>
                </a:lnTo>
                <a:lnTo>
                  <a:pt x="1142999" y="964189"/>
                </a:lnTo>
                <a:lnTo>
                  <a:pt x="1141207" y="1010908"/>
                </a:lnTo>
                <a:lnTo>
                  <a:pt x="1137196" y="1057487"/>
                </a:lnTo>
                <a:lnTo>
                  <a:pt x="1130904" y="1103812"/>
                </a:lnTo>
                <a:lnTo>
                  <a:pt x="1123737" y="1142999"/>
                </a:lnTo>
                <a:close/>
              </a:path>
            </a:pathLst>
          </a:custGeom>
          <a:solidFill>
            <a:srgbClr val="003775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2"/>
          <p:cNvSpPr/>
          <p:nvPr/>
        </p:nvSpPr>
        <p:spPr>
          <a:xfrm>
            <a:off x="588961" y="2171698"/>
            <a:ext cx="5362575" cy="2358017"/>
          </a:xfrm>
          <a:custGeom>
            <a:avLst/>
            <a:gdLst/>
            <a:ahLst/>
            <a:cxnLst/>
            <a:rect l="l" t="t" r="r" b="b"/>
            <a:pathLst>
              <a:path w="5362575" h="2076450">
                <a:moveTo>
                  <a:pt x="5219699" y="2076449"/>
                </a:moveTo>
                <a:lnTo>
                  <a:pt x="115694" y="2076449"/>
                </a:lnTo>
                <a:lnTo>
                  <a:pt x="68927" y="2061983"/>
                </a:lnTo>
                <a:lnTo>
                  <a:pt x="36267" y="2034602"/>
                </a:lnTo>
                <a:lnTo>
                  <a:pt x="14619" y="2000925"/>
                </a:lnTo>
                <a:lnTo>
                  <a:pt x="2379" y="1961448"/>
                </a:lnTo>
                <a:lnTo>
                  <a:pt x="0" y="1933574"/>
                </a:lnTo>
                <a:lnTo>
                  <a:pt x="0" y="142874"/>
                </a:lnTo>
                <a:lnTo>
                  <a:pt x="5330" y="101399"/>
                </a:lnTo>
                <a:lnTo>
                  <a:pt x="20868" y="63497"/>
                </a:lnTo>
                <a:lnTo>
                  <a:pt x="45270" y="32429"/>
                </a:lnTo>
                <a:lnTo>
                  <a:pt x="83950" y="7285"/>
                </a:lnTo>
                <a:lnTo>
                  <a:pt x="115694" y="0"/>
                </a:lnTo>
                <a:lnTo>
                  <a:pt x="5219699" y="0"/>
                </a:lnTo>
                <a:lnTo>
                  <a:pt x="5261174" y="6150"/>
                </a:lnTo>
                <a:lnTo>
                  <a:pt x="5299076" y="24078"/>
                </a:lnTo>
                <a:lnTo>
                  <a:pt x="5330144" y="52234"/>
                </a:lnTo>
                <a:lnTo>
                  <a:pt x="5351698" y="88198"/>
                </a:lnTo>
                <a:lnTo>
                  <a:pt x="5361888" y="128870"/>
                </a:lnTo>
                <a:lnTo>
                  <a:pt x="5362574" y="142874"/>
                </a:lnTo>
                <a:lnTo>
                  <a:pt x="5362574" y="1933574"/>
                </a:lnTo>
                <a:lnTo>
                  <a:pt x="5356423" y="1975049"/>
                </a:lnTo>
                <a:lnTo>
                  <a:pt x="5338495" y="2012951"/>
                </a:lnTo>
                <a:lnTo>
                  <a:pt x="5310338" y="2044019"/>
                </a:lnTo>
                <a:lnTo>
                  <a:pt x="5274375" y="2065573"/>
                </a:lnTo>
                <a:lnTo>
                  <a:pt x="5233703" y="2075763"/>
                </a:lnTo>
                <a:lnTo>
                  <a:pt x="5219699" y="207644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3"/>
          <p:cNvSpPr/>
          <p:nvPr/>
        </p:nvSpPr>
        <p:spPr>
          <a:xfrm>
            <a:off x="569911" y="2171698"/>
            <a:ext cx="142875" cy="2358017"/>
          </a:xfrm>
          <a:custGeom>
            <a:avLst/>
            <a:gdLst/>
            <a:ahLst/>
            <a:cxnLst/>
            <a:rect l="l" t="t" r="r" b="b"/>
            <a:pathLst>
              <a:path w="142875" h="2076450">
                <a:moveTo>
                  <a:pt x="142875" y="2076449"/>
                </a:moveTo>
                <a:lnTo>
                  <a:pt x="101462" y="2070331"/>
                </a:lnTo>
                <a:lnTo>
                  <a:pt x="63482" y="2052392"/>
                </a:lnTo>
                <a:lnTo>
                  <a:pt x="32375" y="2024169"/>
                </a:lnTo>
                <a:lnTo>
                  <a:pt x="10875" y="1988250"/>
                </a:lnTo>
                <a:lnTo>
                  <a:pt x="679" y="1947649"/>
                </a:lnTo>
                <a:lnTo>
                  <a:pt x="0" y="1933574"/>
                </a:lnTo>
                <a:lnTo>
                  <a:pt x="0" y="142875"/>
                </a:lnTo>
                <a:lnTo>
                  <a:pt x="6117" y="101462"/>
                </a:lnTo>
                <a:lnTo>
                  <a:pt x="24056" y="63482"/>
                </a:lnTo>
                <a:lnTo>
                  <a:pt x="52279" y="32375"/>
                </a:lnTo>
                <a:lnTo>
                  <a:pt x="88199" y="10875"/>
                </a:lnTo>
                <a:lnTo>
                  <a:pt x="128800" y="679"/>
                </a:lnTo>
                <a:lnTo>
                  <a:pt x="142875" y="0"/>
                </a:lnTo>
                <a:lnTo>
                  <a:pt x="132553" y="679"/>
                </a:lnTo>
                <a:lnTo>
                  <a:pt x="122430" y="2718"/>
                </a:lnTo>
                <a:lnTo>
                  <a:pt x="84654" y="24056"/>
                </a:lnTo>
                <a:lnTo>
                  <a:pt x="55741" y="63482"/>
                </a:lnTo>
                <a:lnTo>
                  <a:pt x="42586" y="101462"/>
                </a:lnTo>
                <a:lnTo>
                  <a:pt x="38100" y="142875"/>
                </a:lnTo>
                <a:lnTo>
                  <a:pt x="38100" y="1933574"/>
                </a:lnTo>
                <a:lnTo>
                  <a:pt x="42586" y="1974987"/>
                </a:lnTo>
                <a:lnTo>
                  <a:pt x="55741" y="2012966"/>
                </a:lnTo>
                <a:lnTo>
                  <a:pt x="84654" y="2052392"/>
                </a:lnTo>
                <a:lnTo>
                  <a:pt x="122430" y="2073730"/>
                </a:lnTo>
                <a:lnTo>
                  <a:pt x="132553" y="2075769"/>
                </a:lnTo>
                <a:lnTo>
                  <a:pt x="142875" y="2076449"/>
                </a:lnTo>
                <a:close/>
              </a:path>
            </a:pathLst>
          </a:custGeom>
          <a:solidFill>
            <a:srgbClr val="FF7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4"/>
          <p:cNvSpPr/>
          <p:nvPr/>
        </p:nvSpPr>
        <p:spPr>
          <a:xfrm>
            <a:off x="846136" y="2409824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49" y="571499"/>
                </a:moveTo>
                <a:lnTo>
                  <a:pt x="243821" y="568407"/>
                </a:lnTo>
                <a:lnTo>
                  <a:pt x="202801" y="559195"/>
                </a:lnTo>
                <a:lnTo>
                  <a:pt x="163575" y="544064"/>
                </a:lnTo>
                <a:lnTo>
                  <a:pt x="126995" y="523341"/>
                </a:lnTo>
                <a:lnTo>
                  <a:pt x="93851" y="497476"/>
                </a:lnTo>
                <a:lnTo>
                  <a:pt x="64862" y="467027"/>
                </a:lnTo>
                <a:lnTo>
                  <a:pt x="40653" y="432654"/>
                </a:lnTo>
                <a:lnTo>
                  <a:pt x="21751" y="395101"/>
                </a:lnTo>
                <a:lnTo>
                  <a:pt x="8563" y="355181"/>
                </a:lnTo>
                <a:lnTo>
                  <a:pt x="1375" y="313758"/>
                </a:lnTo>
                <a:lnTo>
                  <a:pt x="0" y="285749"/>
                </a:lnTo>
                <a:lnTo>
                  <a:pt x="344" y="271728"/>
                </a:lnTo>
                <a:lnTo>
                  <a:pt x="5490" y="230002"/>
                </a:lnTo>
                <a:lnTo>
                  <a:pt x="16703" y="189483"/>
                </a:lnTo>
                <a:lnTo>
                  <a:pt x="33740" y="151048"/>
                </a:lnTo>
                <a:lnTo>
                  <a:pt x="56233" y="115528"/>
                </a:lnTo>
                <a:lnTo>
                  <a:pt x="83694" y="83693"/>
                </a:lnTo>
                <a:lnTo>
                  <a:pt x="115528" y="56233"/>
                </a:lnTo>
                <a:lnTo>
                  <a:pt x="151048" y="33740"/>
                </a:lnTo>
                <a:lnTo>
                  <a:pt x="189483" y="16703"/>
                </a:lnTo>
                <a:lnTo>
                  <a:pt x="230002" y="5490"/>
                </a:lnTo>
                <a:lnTo>
                  <a:pt x="271728" y="344"/>
                </a:lnTo>
                <a:lnTo>
                  <a:pt x="285749" y="0"/>
                </a:lnTo>
                <a:lnTo>
                  <a:pt x="299771" y="344"/>
                </a:lnTo>
                <a:lnTo>
                  <a:pt x="341496" y="5490"/>
                </a:lnTo>
                <a:lnTo>
                  <a:pt x="382016" y="16703"/>
                </a:lnTo>
                <a:lnTo>
                  <a:pt x="420451" y="33740"/>
                </a:lnTo>
                <a:lnTo>
                  <a:pt x="455971" y="56232"/>
                </a:lnTo>
                <a:lnTo>
                  <a:pt x="487805" y="83693"/>
                </a:lnTo>
                <a:lnTo>
                  <a:pt x="515266" y="115528"/>
                </a:lnTo>
                <a:lnTo>
                  <a:pt x="537758" y="151048"/>
                </a:lnTo>
                <a:lnTo>
                  <a:pt x="554796" y="189483"/>
                </a:lnTo>
                <a:lnTo>
                  <a:pt x="566009" y="230002"/>
                </a:lnTo>
                <a:lnTo>
                  <a:pt x="571155" y="271728"/>
                </a:lnTo>
                <a:lnTo>
                  <a:pt x="571499" y="285749"/>
                </a:lnTo>
                <a:lnTo>
                  <a:pt x="571155" y="299771"/>
                </a:lnTo>
                <a:lnTo>
                  <a:pt x="566009" y="341496"/>
                </a:lnTo>
                <a:lnTo>
                  <a:pt x="554796" y="382016"/>
                </a:lnTo>
                <a:lnTo>
                  <a:pt x="537758" y="420451"/>
                </a:lnTo>
                <a:lnTo>
                  <a:pt x="515266" y="455971"/>
                </a:lnTo>
                <a:lnTo>
                  <a:pt x="487805" y="487805"/>
                </a:lnTo>
                <a:lnTo>
                  <a:pt x="455971" y="515266"/>
                </a:lnTo>
                <a:lnTo>
                  <a:pt x="420451" y="537758"/>
                </a:lnTo>
                <a:lnTo>
                  <a:pt x="382016" y="554796"/>
                </a:lnTo>
                <a:lnTo>
                  <a:pt x="341496" y="566009"/>
                </a:lnTo>
                <a:lnTo>
                  <a:pt x="299771" y="571155"/>
                </a:lnTo>
                <a:lnTo>
                  <a:pt x="285749" y="571499"/>
                </a:lnTo>
                <a:close/>
              </a:path>
            </a:pathLst>
          </a:custGeom>
          <a:solidFill>
            <a:srgbClr val="1D4D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686" y="2619374"/>
            <a:ext cx="152399" cy="152399"/>
          </a:xfrm>
          <a:prstGeom prst="rect">
            <a:avLst/>
          </a:prstGeom>
        </p:spPr>
      </p:pic>
      <p:pic>
        <p:nvPicPr>
          <p:cNvPr id="41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8136" y="2847974"/>
            <a:ext cx="152399" cy="152399"/>
          </a:xfrm>
          <a:prstGeom prst="rect">
            <a:avLst/>
          </a:prstGeom>
        </p:spPr>
      </p:pic>
      <p:pic>
        <p:nvPicPr>
          <p:cNvPr id="42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8136" y="3477353"/>
            <a:ext cx="152399" cy="152399"/>
          </a:xfrm>
          <a:prstGeom prst="rect">
            <a:avLst/>
          </a:prstGeom>
        </p:spPr>
      </p:pic>
      <p:sp>
        <p:nvSpPr>
          <p:cNvPr id="43" name="object 20"/>
          <p:cNvSpPr txBox="1"/>
          <p:nvPr/>
        </p:nvSpPr>
        <p:spPr>
          <a:xfrm>
            <a:off x="1855125" y="2818913"/>
            <a:ext cx="393448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>
              <a:spcBef>
                <a:spcPct val="0"/>
              </a:spcBef>
            </a:pP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동일학과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출신자는 전공보충과목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이수를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br>
              <a:rPr lang="en-US"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</a:b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면제받을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수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있음</a:t>
            </a:r>
            <a:endParaRPr sz="1400" dirty="0">
              <a:latin typeface="Malgun Gothic" panose="020B0503020000020004" pitchFamily="50" charset="-127"/>
              <a:ea typeface="맑은 고딕" panose="020B0503020000020004" pitchFamily="50" charset="-127"/>
              <a:cs typeface="Dotum"/>
            </a:endParaRPr>
          </a:p>
        </p:txBody>
      </p:sp>
      <p:sp>
        <p:nvSpPr>
          <p:cNvPr id="44" name="object 22"/>
          <p:cNvSpPr/>
          <p:nvPr/>
        </p:nvSpPr>
        <p:spPr>
          <a:xfrm>
            <a:off x="6256337" y="2171699"/>
            <a:ext cx="5362575" cy="2358016"/>
          </a:xfrm>
          <a:custGeom>
            <a:avLst/>
            <a:gdLst/>
            <a:ahLst/>
            <a:cxnLst/>
            <a:rect l="l" t="t" r="r" b="b"/>
            <a:pathLst>
              <a:path w="5362575" h="2076450">
                <a:moveTo>
                  <a:pt x="5219699" y="2076449"/>
                </a:moveTo>
                <a:lnTo>
                  <a:pt x="115694" y="2076449"/>
                </a:lnTo>
                <a:lnTo>
                  <a:pt x="68926" y="2061983"/>
                </a:lnTo>
                <a:lnTo>
                  <a:pt x="36267" y="2034602"/>
                </a:lnTo>
                <a:lnTo>
                  <a:pt x="14618" y="2000925"/>
                </a:lnTo>
                <a:lnTo>
                  <a:pt x="2378" y="1961448"/>
                </a:lnTo>
                <a:lnTo>
                  <a:pt x="0" y="1933574"/>
                </a:lnTo>
                <a:lnTo>
                  <a:pt x="0" y="142874"/>
                </a:lnTo>
                <a:lnTo>
                  <a:pt x="5329" y="101399"/>
                </a:lnTo>
                <a:lnTo>
                  <a:pt x="20867" y="63497"/>
                </a:lnTo>
                <a:lnTo>
                  <a:pt x="45269" y="32429"/>
                </a:lnTo>
                <a:lnTo>
                  <a:pt x="83950" y="7285"/>
                </a:lnTo>
                <a:lnTo>
                  <a:pt x="115694" y="0"/>
                </a:lnTo>
                <a:lnTo>
                  <a:pt x="5219699" y="0"/>
                </a:lnTo>
                <a:lnTo>
                  <a:pt x="5261173" y="6150"/>
                </a:lnTo>
                <a:lnTo>
                  <a:pt x="5299074" y="24078"/>
                </a:lnTo>
                <a:lnTo>
                  <a:pt x="5330144" y="52234"/>
                </a:lnTo>
                <a:lnTo>
                  <a:pt x="5351697" y="88198"/>
                </a:lnTo>
                <a:lnTo>
                  <a:pt x="5361888" y="128870"/>
                </a:lnTo>
                <a:lnTo>
                  <a:pt x="5362574" y="142874"/>
                </a:lnTo>
                <a:lnTo>
                  <a:pt x="5362574" y="1933574"/>
                </a:lnTo>
                <a:lnTo>
                  <a:pt x="5356422" y="1975049"/>
                </a:lnTo>
                <a:lnTo>
                  <a:pt x="5338494" y="2012951"/>
                </a:lnTo>
                <a:lnTo>
                  <a:pt x="5310338" y="2044019"/>
                </a:lnTo>
                <a:lnTo>
                  <a:pt x="5274374" y="2065573"/>
                </a:lnTo>
                <a:lnTo>
                  <a:pt x="5233703" y="2075763"/>
                </a:lnTo>
                <a:lnTo>
                  <a:pt x="5219699" y="207644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/>
          <p:cNvSpPr/>
          <p:nvPr/>
        </p:nvSpPr>
        <p:spPr>
          <a:xfrm>
            <a:off x="6237287" y="2171699"/>
            <a:ext cx="142875" cy="2358016"/>
          </a:xfrm>
          <a:custGeom>
            <a:avLst/>
            <a:gdLst/>
            <a:ahLst/>
            <a:cxnLst/>
            <a:rect l="l" t="t" r="r" b="b"/>
            <a:pathLst>
              <a:path w="142875" h="2076450">
                <a:moveTo>
                  <a:pt x="142875" y="2076449"/>
                </a:moveTo>
                <a:lnTo>
                  <a:pt x="101461" y="2070331"/>
                </a:lnTo>
                <a:lnTo>
                  <a:pt x="63482" y="2052392"/>
                </a:lnTo>
                <a:lnTo>
                  <a:pt x="32375" y="2024169"/>
                </a:lnTo>
                <a:lnTo>
                  <a:pt x="10875" y="1988250"/>
                </a:lnTo>
                <a:lnTo>
                  <a:pt x="679" y="1947649"/>
                </a:lnTo>
                <a:lnTo>
                  <a:pt x="0" y="1933574"/>
                </a:lnTo>
                <a:lnTo>
                  <a:pt x="0" y="142875"/>
                </a:lnTo>
                <a:lnTo>
                  <a:pt x="6117" y="101462"/>
                </a:lnTo>
                <a:lnTo>
                  <a:pt x="24056" y="63482"/>
                </a:lnTo>
                <a:lnTo>
                  <a:pt x="52279" y="32375"/>
                </a:lnTo>
                <a:lnTo>
                  <a:pt x="88198" y="10875"/>
                </a:lnTo>
                <a:lnTo>
                  <a:pt x="128800" y="679"/>
                </a:lnTo>
                <a:lnTo>
                  <a:pt x="142875" y="0"/>
                </a:lnTo>
                <a:lnTo>
                  <a:pt x="132553" y="679"/>
                </a:lnTo>
                <a:lnTo>
                  <a:pt x="122430" y="2718"/>
                </a:lnTo>
                <a:lnTo>
                  <a:pt x="84653" y="24056"/>
                </a:lnTo>
                <a:lnTo>
                  <a:pt x="55741" y="63482"/>
                </a:lnTo>
                <a:lnTo>
                  <a:pt x="42586" y="101462"/>
                </a:lnTo>
                <a:lnTo>
                  <a:pt x="38100" y="142875"/>
                </a:lnTo>
                <a:lnTo>
                  <a:pt x="38100" y="1933574"/>
                </a:lnTo>
                <a:lnTo>
                  <a:pt x="42586" y="1974987"/>
                </a:lnTo>
                <a:lnTo>
                  <a:pt x="55741" y="2012966"/>
                </a:lnTo>
                <a:lnTo>
                  <a:pt x="84653" y="2052392"/>
                </a:lnTo>
                <a:lnTo>
                  <a:pt x="122430" y="2073730"/>
                </a:lnTo>
                <a:lnTo>
                  <a:pt x="132553" y="2075769"/>
                </a:lnTo>
                <a:lnTo>
                  <a:pt x="142875" y="2076449"/>
                </a:lnTo>
                <a:close/>
              </a:path>
            </a:pathLst>
          </a:custGeom>
          <a:solidFill>
            <a:srgbClr val="FF7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4"/>
          <p:cNvSpPr/>
          <p:nvPr/>
        </p:nvSpPr>
        <p:spPr>
          <a:xfrm>
            <a:off x="6513512" y="2409824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49" y="571499"/>
                </a:moveTo>
                <a:lnTo>
                  <a:pt x="243821" y="568407"/>
                </a:lnTo>
                <a:lnTo>
                  <a:pt x="202799" y="559195"/>
                </a:lnTo>
                <a:lnTo>
                  <a:pt x="163575" y="544064"/>
                </a:lnTo>
                <a:lnTo>
                  <a:pt x="126995" y="523341"/>
                </a:lnTo>
                <a:lnTo>
                  <a:pt x="93851" y="497476"/>
                </a:lnTo>
                <a:lnTo>
                  <a:pt x="64862" y="467027"/>
                </a:lnTo>
                <a:lnTo>
                  <a:pt x="40653" y="432654"/>
                </a:lnTo>
                <a:lnTo>
                  <a:pt x="21750" y="395101"/>
                </a:lnTo>
                <a:lnTo>
                  <a:pt x="8563" y="355181"/>
                </a:lnTo>
                <a:lnTo>
                  <a:pt x="1376" y="313758"/>
                </a:lnTo>
                <a:lnTo>
                  <a:pt x="0" y="285749"/>
                </a:lnTo>
                <a:lnTo>
                  <a:pt x="344" y="271728"/>
                </a:lnTo>
                <a:lnTo>
                  <a:pt x="5490" y="230002"/>
                </a:lnTo>
                <a:lnTo>
                  <a:pt x="16703" y="189483"/>
                </a:lnTo>
                <a:lnTo>
                  <a:pt x="33740" y="151048"/>
                </a:lnTo>
                <a:lnTo>
                  <a:pt x="56232" y="115528"/>
                </a:lnTo>
                <a:lnTo>
                  <a:pt x="83693" y="83693"/>
                </a:lnTo>
                <a:lnTo>
                  <a:pt x="115528" y="56233"/>
                </a:lnTo>
                <a:lnTo>
                  <a:pt x="151047" y="33740"/>
                </a:lnTo>
                <a:lnTo>
                  <a:pt x="189482" y="16703"/>
                </a:lnTo>
                <a:lnTo>
                  <a:pt x="230002" y="5490"/>
                </a:lnTo>
                <a:lnTo>
                  <a:pt x="271729" y="344"/>
                </a:lnTo>
                <a:lnTo>
                  <a:pt x="285749" y="0"/>
                </a:lnTo>
                <a:lnTo>
                  <a:pt x="299771" y="344"/>
                </a:lnTo>
                <a:lnTo>
                  <a:pt x="341496" y="5490"/>
                </a:lnTo>
                <a:lnTo>
                  <a:pt x="382015" y="16703"/>
                </a:lnTo>
                <a:lnTo>
                  <a:pt x="420451" y="33740"/>
                </a:lnTo>
                <a:lnTo>
                  <a:pt x="455970" y="56232"/>
                </a:lnTo>
                <a:lnTo>
                  <a:pt x="487805" y="83693"/>
                </a:lnTo>
                <a:lnTo>
                  <a:pt x="515266" y="115528"/>
                </a:lnTo>
                <a:lnTo>
                  <a:pt x="537758" y="151048"/>
                </a:lnTo>
                <a:lnTo>
                  <a:pt x="554796" y="189483"/>
                </a:lnTo>
                <a:lnTo>
                  <a:pt x="566008" y="230002"/>
                </a:lnTo>
                <a:lnTo>
                  <a:pt x="571156" y="271728"/>
                </a:lnTo>
                <a:lnTo>
                  <a:pt x="571499" y="285749"/>
                </a:lnTo>
                <a:lnTo>
                  <a:pt x="571156" y="299771"/>
                </a:lnTo>
                <a:lnTo>
                  <a:pt x="566008" y="341496"/>
                </a:lnTo>
                <a:lnTo>
                  <a:pt x="554796" y="382016"/>
                </a:lnTo>
                <a:lnTo>
                  <a:pt x="537758" y="420451"/>
                </a:lnTo>
                <a:lnTo>
                  <a:pt x="515266" y="455971"/>
                </a:lnTo>
                <a:lnTo>
                  <a:pt x="487805" y="487805"/>
                </a:lnTo>
                <a:lnTo>
                  <a:pt x="455970" y="515266"/>
                </a:lnTo>
                <a:lnTo>
                  <a:pt x="420451" y="537758"/>
                </a:lnTo>
                <a:lnTo>
                  <a:pt x="382015" y="554796"/>
                </a:lnTo>
                <a:lnTo>
                  <a:pt x="341496" y="566009"/>
                </a:lnTo>
                <a:lnTo>
                  <a:pt x="299771" y="571155"/>
                </a:lnTo>
                <a:lnTo>
                  <a:pt x="285749" y="571499"/>
                </a:lnTo>
                <a:close/>
              </a:path>
            </a:pathLst>
          </a:custGeom>
          <a:solidFill>
            <a:srgbClr val="1D4D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23062" y="2619374"/>
            <a:ext cx="152399" cy="152399"/>
          </a:xfrm>
          <a:prstGeom prst="rect">
            <a:avLst/>
          </a:prstGeom>
        </p:spPr>
      </p:pic>
      <p:pic>
        <p:nvPicPr>
          <p:cNvPr id="48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75512" y="2847974"/>
            <a:ext cx="152399" cy="152399"/>
          </a:xfrm>
          <a:prstGeom prst="rect">
            <a:avLst/>
          </a:prstGeom>
        </p:spPr>
      </p:pic>
      <p:pic>
        <p:nvPicPr>
          <p:cNvPr id="49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75512" y="3475447"/>
            <a:ext cx="152399" cy="152399"/>
          </a:xfrm>
          <a:prstGeom prst="rect">
            <a:avLst/>
          </a:prstGeom>
        </p:spPr>
      </p:pic>
      <p:sp>
        <p:nvSpPr>
          <p:cNvPr id="50" name="object 28"/>
          <p:cNvSpPr txBox="1"/>
          <p:nvPr/>
        </p:nvSpPr>
        <p:spPr>
          <a:xfrm>
            <a:off x="7508545" y="2809896"/>
            <a:ext cx="3919868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spcBef>
                <a:spcPct val="0"/>
              </a:spcBef>
            </a:pP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면제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Futura Lt BT"/>
              </a:rPr>
              <a:t>/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인정 신청 시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성적증명서와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br>
              <a:rPr lang="en-US"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</a:b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강의계획서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등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증빙서류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필수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제출</a:t>
            </a:r>
            <a:endParaRPr sz="1400" dirty="0">
              <a:latin typeface="Malgun Gothic" panose="020B0503020000020004" pitchFamily="50" charset="-127"/>
              <a:ea typeface="맑은 고딕" panose="020B0503020000020004" pitchFamily="50" charset="-127"/>
              <a:cs typeface="Dotum"/>
            </a:endParaRPr>
          </a:p>
        </p:txBody>
      </p:sp>
      <p:sp>
        <p:nvSpPr>
          <p:cNvPr id="51" name="object 30"/>
          <p:cNvSpPr/>
          <p:nvPr/>
        </p:nvSpPr>
        <p:spPr>
          <a:xfrm>
            <a:off x="588962" y="4967145"/>
            <a:ext cx="5362575" cy="1661461"/>
          </a:xfrm>
          <a:custGeom>
            <a:avLst/>
            <a:gdLst/>
            <a:ahLst/>
            <a:cxnLst/>
            <a:rect l="l" t="t" r="r" b="b"/>
            <a:pathLst>
              <a:path w="5362575" h="1495425">
                <a:moveTo>
                  <a:pt x="5219699" y="1495424"/>
                </a:moveTo>
                <a:lnTo>
                  <a:pt x="115694" y="1495424"/>
                </a:lnTo>
                <a:lnTo>
                  <a:pt x="68927" y="1480958"/>
                </a:lnTo>
                <a:lnTo>
                  <a:pt x="36267" y="1453577"/>
                </a:lnTo>
                <a:lnTo>
                  <a:pt x="14619" y="1419901"/>
                </a:lnTo>
                <a:lnTo>
                  <a:pt x="2379" y="1380422"/>
                </a:lnTo>
                <a:lnTo>
                  <a:pt x="0" y="1352549"/>
                </a:lnTo>
                <a:lnTo>
                  <a:pt x="0" y="142874"/>
                </a:lnTo>
                <a:lnTo>
                  <a:pt x="5330" y="101399"/>
                </a:lnTo>
                <a:lnTo>
                  <a:pt x="20868" y="63497"/>
                </a:lnTo>
                <a:lnTo>
                  <a:pt x="45270" y="32429"/>
                </a:lnTo>
                <a:lnTo>
                  <a:pt x="83950" y="7285"/>
                </a:lnTo>
                <a:lnTo>
                  <a:pt x="115694" y="0"/>
                </a:lnTo>
                <a:lnTo>
                  <a:pt x="5219699" y="0"/>
                </a:lnTo>
                <a:lnTo>
                  <a:pt x="5261174" y="6150"/>
                </a:lnTo>
                <a:lnTo>
                  <a:pt x="5299076" y="24078"/>
                </a:lnTo>
                <a:lnTo>
                  <a:pt x="5330144" y="52234"/>
                </a:lnTo>
                <a:lnTo>
                  <a:pt x="5351698" y="88198"/>
                </a:lnTo>
                <a:lnTo>
                  <a:pt x="5361888" y="128870"/>
                </a:lnTo>
                <a:lnTo>
                  <a:pt x="5362574" y="142874"/>
                </a:lnTo>
                <a:lnTo>
                  <a:pt x="5362574" y="1352549"/>
                </a:lnTo>
                <a:lnTo>
                  <a:pt x="5356423" y="1394023"/>
                </a:lnTo>
                <a:lnTo>
                  <a:pt x="5338495" y="1431925"/>
                </a:lnTo>
                <a:lnTo>
                  <a:pt x="5310338" y="1462994"/>
                </a:lnTo>
                <a:lnTo>
                  <a:pt x="5274375" y="1484548"/>
                </a:lnTo>
                <a:lnTo>
                  <a:pt x="5233703" y="1494738"/>
                </a:lnTo>
                <a:lnTo>
                  <a:pt x="5219699" y="1495424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1"/>
          <p:cNvSpPr/>
          <p:nvPr/>
        </p:nvSpPr>
        <p:spPr>
          <a:xfrm>
            <a:off x="569912" y="4967145"/>
            <a:ext cx="142875" cy="1661461"/>
          </a:xfrm>
          <a:custGeom>
            <a:avLst/>
            <a:gdLst/>
            <a:ahLst/>
            <a:cxnLst/>
            <a:rect l="l" t="t" r="r" b="b"/>
            <a:pathLst>
              <a:path w="142875" h="1495425">
                <a:moveTo>
                  <a:pt x="142875" y="1495424"/>
                </a:moveTo>
                <a:lnTo>
                  <a:pt x="101462" y="1489307"/>
                </a:lnTo>
                <a:lnTo>
                  <a:pt x="63482" y="1471368"/>
                </a:lnTo>
                <a:lnTo>
                  <a:pt x="32375" y="1443144"/>
                </a:lnTo>
                <a:lnTo>
                  <a:pt x="10875" y="1407225"/>
                </a:lnTo>
                <a:lnTo>
                  <a:pt x="679" y="1366624"/>
                </a:lnTo>
                <a:lnTo>
                  <a:pt x="0" y="1352550"/>
                </a:lnTo>
                <a:lnTo>
                  <a:pt x="0" y="142875"/>
                </a:lnTo>
                <a:lnTo>
                  <a:pt x="6117" y="101462"/>
                </a:lnTo>
                <a:lnTo>
                  <a:pt x="24056" y="63482"/>
                </a:lnTo>
                <a:lnTo>
                  <a:pt x="52279" y="32375"/>
                </a:lnTo>
                <a:lnTo>
                  <a:pt x="88198" y="10875"/>
                </a:lnTo>
                <a:lnTo>
                  <a:pt x="128800" y="679"/>
                </a:lnTo>
                <a:lnTo>
                  <a:pt x="142875" y="0"/>
                </a:lnTo>
                <a:lnTo>
                  <a:pt x="132553" y="679"/>
                </a:lnTo>
                <a:lnTo>
                  <a:pt x="122430" y="2719"/>
                </a:lnTo>
                <a:lnTo>
                  <a:pt x="84654" y="24056"/>
                </a:lnTo>
                <a:lnTo>
                  <a:pt x="55741" y="63482"/>
                </a:lnTo>
                <a:lnTo>
                  <a:pt x="42586" y="101462"/>
                </a:lnTo>
                <a:lnTo>
                  <a:pt x="38100" y="142875"/>
                </a:lnTo>
                <a:lnTo>
                  <a:pt x="38100" y="1352550"/>
                </a:lnTo>
                <a:lnTo>
                  <a:pt x="42586" y="1393962"/>
                </a:lnTo>
                <a:lnTo>
                  <a:pt x="55741" y="1431941"/>
                </a:lnTo>
                <a:lnTo>
                  <a:pt x="84654" y="1471368"/>
                </a:lnTo>
                <a:lnTo>
                  <a:pt x="122430" y="1492705"/>
                </a:lnTo>
                <a:lnTo>
                  <a:pt x="132553" y="1494745"/>
                </a:lnTo>
                <a:lnTo>
                  <a:pt x="142875" y="1495424"/>
                </a:lnTo>
                <a:close/>
              </a:path>
            </a:pathLst>
          </a:custGeom>
          <a:solidFill>
            <a:srgbClr val="FF7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2"/>
          <p:cNvSpPr/>
          <p:nvPr/>
        </p:nvSpPr>
        <p:spPr>
          <a:xfrm>
            <a:off x="846137" y="520527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49" y="571499"/>
                </a:moveTo>
                <a:lnTo>
                  <a:pt x="243821" y="568406"/>
                </a:lnTo>
                <a:lnTo>
                  <a:pt x="202801" y="559195"/>
                </a:lnTo>
                <a:lnTo>
                  <a:pt x="163575" y="544064"/>
                </a:lnTo>
                <a:lnTo>
                  <a:pt x="126995" y="523341"/>
                </a:lnTo>
                <a:lnTo>
                  <a:pt x="93851" y="497476"/>
                </a:lnTo>
                <a:lnTo>
                  <a:pt x="64862" y="467027"/>
                </a:lnTo>
                <a:lnTo>
                  <a:pt x="40653" y="432654"/>
                </a:lnTo>
                <a:lnTo>
                  <a:pt x="21751" y="395101"/>
                </a:lnTo>
                <a:lnTo>
                  <a:pt x="8563" y="355181"/>
                </a:lnTo>
                <a:lnTo>
                  <a:pt x="1375" y="313758"/>
                </a:lnTo>
                <a:lnTo>
                  <a:pt x="0" y="285749"/>
                </a:lnTo>
                <a:lnTo>
                  <a:pt x="344" y="271729"/>
                </a:lnTo>
                <a:lnTo>
                  <a:pt x="5490" y="230002"/>
                </a:lnTo>
                <a:lnTo>
                  <a:pt x="16703" y="189483"/>
                </a:lnTo>
                <a:lnTo>
                  <a:pt x="33740" y="151048"/>
                </a:lnTo>
                <a:lnTo>
                  <a:pt x="56233" y="115528"/>
                </a:lnTo>
                <a:lnTo>
                  <a:pt x="83694" y="83693"/>
                </a:lnTo>
                <a:lnTo>
                  <a:pt x="115528" y="56233"/>
                </a:lnTo>
                <a:lnTo>
                  <a:pt x="151048" y="33740"/>
                </a:lnTo>
                <a:lnTo>
                  <a:pt x="189483" y="16703"/>
                </a:lnTo>
                <a:lnTo>
                  <a:pt x="230002" y="5490"/>
                </a:lnTo>
                <a:lnTo>
                  <a:pt x="271728" y="344"/>
                </a:lnTo>
                <a:lnTo>
                  <a:pt x="285749" y="0"/>
                </a:lnTo>
                <a:lnTo>
                  <a:pt x="299771" y="344"/>
                </a:lnTo>
                <a:lnTo>
                  <a:pt x="341496" y="5490"/>
                </a:lnTo>
                <a:lnTo>
                  <a:pt x="382016" y="16703"/>
                </a:lnTo>
                <a:lnTo>
                  <a:pt x="420451" y="33740"/>
                </a:lnTo>
                <a:lnTo>
                  <a:pt x="455971" y="56232"/>
                </a:lnTo>
                <a:lnTo>
                  <a:pt x="487805" y="83693"/>
                </a:lnTo>
                <a:lnTo>
                  <a:pt x="515266" y="115528"/>
                </a:lnTo>
                <a:lnTo>
                  <a:pt x="537758" y="151048"/>
                </a:lnTo>
                <a:lnTo>
                  <a:pt x="554796" y="189483"/>
                </a:lnTo>
                <a:lnTo>
                  <a:pt x="566009" y="230002"/>
                </a:lnTo>
                <a:lnTo>
                  <a:pt x="571155" y="271729"/>
                </a:lnTo>
                <a:lnTo>
                  <a:pt x="571499" y="285749"/>
                </a:lnTo>
                <a:lnTo>
                  <a:pt x="571155" y="299771"/>
                </a:lnTo>
                <a:lnTo>
                  <a:pt x="566009" y="341496"/>
                </a:lnTo>
                <a:lnTo>
                  <a:pt x="554796" y="382016"/>
                </a:lnTo>
                <a:lnTo>
                  <a:pt x="537758" y="420451"/>
                </a:lnTo>
                <a:lnTo>
                  <a:pt x="515266" y="455970"/>
                </a:lnTo>
                <a:lnTo>
                  <a:pt x="487805" y="487805"/>
                </a:lnTo>
                <a:lnTo>
                  <a:pt x="455971" y="515265"/>
                </a:lnTo>
                <a:lnTo>
                  <a:pt x="420451" y="537757"/>
                </a:lnTo>
                <a:lnTo>
                  <a:pt x="382016" y="554796"/>
                </a:lnTo>
                <a:lnTo>
                  <a:pt x="341496" y="566008"/>
                </a:lnTo>
                <a:lnTo>
                  <a:pt x="299771" y="571155"/>
                </a:lnTo>
                <a:lnTo>
                  <a:pt x="285749" y="571499"/>
                </a:lnTo>
                <a:close/>
              </a:path>
            </a:pathLst>
          </a:custGeom>
          <a:solidFill>
            <a:srgbClr val="1D4D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4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4854" y="5414582"/>
            <a:ext cx="154037" cy="152638"/>
          </a:xfrm>
          <a:prstGeom prst="rect">
            <a:avLst/>
          </a:prstGeom>
        </p:spPr>
      </p:pic>
      <p:pic>
        <p:nvPicPr>
          <p:cNvPr id="55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8137" y="5643420"/>
            <a:ext cx="152399" cy="152399"/>
          </a:xfrm>
          <a:prstGeom prst="rect">
            <a:avLst/>
          </a:prstGeom>
        </p:spPr>
      </p:pic>
      <p:sp>
        <p:nvSpPr>
          <p:cNvPr id="56" name="object 35"/>
          <p:cNvSpPr txBox="1"/>
          <p:nvPr/>
        </p:nvSpPr>
        <p:spPr>
          <a:xfrm>
            <a:off x="1854683" y="5641349"/>
            <a:ext cx="363330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l">
              <a:spcBef>
                <a:spcPct val="0"/>
              </a:spcBef>
            </a:pP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학과명이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완전히 일치하지 않더라도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교과과정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br>
              <a:rPr lang="en-US"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</a:b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유사도에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따라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판단</a:t>
            </a:r>
            <a:endParaRPr sz="1400" dirty="0">
              <a:latin typeface="Malgun Gothic" panose="020B0503020000020004" pitchFamily="50" charset="-127"/>
              <a:ea typeface="맑은 고딕" panose="020B0503020000020004" pitchFamily="50" charset="-127"/>
              <a:cs typeface="Dotum"/>
            </a:endParaRPr>
          </a:p>
        </p:txBody>
      </p:sp>
      <p:sp>
        <p:nvSpPr>
          <p:cNvPr id="62" name="object 20">
            <a:extLst>
              <a:ext uri="{FF2B5EF4-FFF2-40B4-BE49-F238E27FC236}">
                <a16:creationId xmlns:a16="http://schemas.microsoft.com/office/drawing/2014/main" id="{DD11F17C-2A7E-1114-1354-AEF78026EF4D}"/>
              </a:ext>
            </a:extLst>
          </p:cNvPr>
          <p:cNvSpPr txBox="1"/>
          <p:nvPr/>
        </p:nvSpPr>
        <p:spPr>
          <a:xfrm>
            <a:off x="1595435" y="2368742"/>
            <a:ext cx="4622803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spcBef>
                <a:spcPct val="0"/>
              </a:spcBef>
            </a:pPr>
            <a:r>
              <a:rPr sz="1900" b="1" dirty="0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Malgun Gothic"/>
              </a:rPr>
              <a:t>보충과목 이수 인정</a:t>
            </a:r>
            <a:r>
              <a:rPr sz="1900" b="1" dirty="0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Trebuchet MS"/>
              </a:rPr>
              <a:t>/</a:t>
            </a:r>
            <a:r>
              <a:rPr sz="1900" b="1" dirty="0" err="1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Malgun Gothic"/>
              </a:rPr>
              <a:t>면제</a:t>
            </a:r>
            <a:endParaRPr sz="1900" dirty="0">
              <a:latin typeface="Malgun Gothic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63" name="object 20">
            <a:extLst>
              <a:ext uri="{FF2B5EF4-FFF2-40B4-BE49-F238E27FC236}">
                <a16:creationId xmlns:a16="http://schemas.microsoft.com/office/drawing/2014/main" id="{544859B0-C6FE-4180-71FF-D4D17BBA201D}"/>
              </a:ext>
            </a:extLst>
          </p:cNvPr>
          <p:cNvSpPr txBox="1"/>
          <p:nvPr/>
        </p:nvSpPr>
        <p:spPr>
          <a:xfrm>
            <a:off x="1855125" y="3436103"/>
            <a:ext cx="3891297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l">
              <a:spcBef>
                <a:spcPct val="0"/>
              </a:spcBef>
            </a:pP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다른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학과 출신자도 학부과정에서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이수한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br>
              <a:rPr lang="en-US"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</a:b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과목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중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전공</a:t>
            </a:r>
            <a:r>
              <a:rPr lang="en-US"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보충과목으로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인정받고자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endParaRPr lang="en-US" sz="1400" dirty="0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  <a:cs typeface="Dotum"/>
            </a:endParaRPr>
          </a:p>
          <a:p>
            <a:pPr marR="5080" algn="l">
              <a:spcBef>
                <a:spcPct val="0"/>
              </a:spcBef>
            </a:pP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하는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경우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Futura Lt BT"/>
              </a:rPr>
              <a:t>,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관련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증빙서류</a:t>
            </a:r>
            <a:r>
              <a:rPr lang="en-US"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제출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시 </a:t>
            </a:r>
            <a:br>
              <a:rPr lang="en-US"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</a:b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심사를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통해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인정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가능</a:t>
            </a:r>
            <a:endParaRPr sz="1400" dirty="0">
              <a:latin typeface="Malgun Gothic" panose="020B0503020000020004" pitchFamily="50" charset="-127"/>
              <a:ea typeface="맑은 고딕" panose="020B0503020000020004" pitchFamily="50" charset="-127"/>
              <a:cs typeface="Dotum"/>
            </a:endParaRPr>
          </a:p>
        </p:txBody>
      </p:sp>
      <p:sp>
        <p:nvSpPr>
          <p:cNvPr id="64" name="object 35">
            <a:extLst>
              <a:ext uri="{FF2B5EF4-FFF2-40B4-BE49-F238E27FC236}">
                <a16:creationId xmlns:a16="http://schemas.microsoft.com/office/drawing/2014/main" id="{73A7602D-31DC-96F4-42A1-E73FEFA0FC80}"/>
              </a:ext>
            </a:extLst>
          </p:cNvPr>
          <p:cNvSpPr txBox="1"/>
          <p:nvPr/>
        </p:nvSpPr>
        <p:spPr>
          <a:xfrm>
            <a:off x="1595436" y="5262296"/>
            <a:ext cx="4564818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spcBef>
                <a:spcPct val="0"/>
              </a:spcBef>
            </a:pPr>
            <a:r>
              <a:rPr sz="1900" b="1" dirty="0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Malgun Gothic"/>
              </a:rPr>
              <a:t>동일학과 </a:t>
            </a:r>
            <a:r>
              <a:rPr sz="1900" b="1" dirty="0" err="1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Malgun Gothic"/>
              </a:rPr>
              <a:t>판단</a:t>
            </a:r>
            <a:r>
              <a:rPr sz="1900" b="1" dirty="0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900" b="1" dirty="0" err="1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Malgun Gothic"/>
              </a:rPr>
              <a:t>기준</a:t>
            </a:r>
            <a:endParaRPr sz="1900" dirty="0">
              <a:latin typeface="Malgun Gothic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65" name="object 28">
            <a:extLst>
              <a:ext uri="{FF2B5EF4-FFF2-40B4-BE49-F238E27FC236}">
                <a16:creationId xmlns:a16="http://schemas.microsoft.com/office/drawing/2014/main" id="{18F1EA9C-A3DD-19EF-2A12-F30F47918729}"/>
              </a:ext>
            </a:extLst>
          </p:cNvPr>
          <p:cNvSpPr txBox="1"/>
          <p:nvPr/>
        </p:nvSpPr>
        <p:spPr>
          <a:xfrm>
            <a:off x="7262813" y="2405071"/>
            <a:ext cx="4601233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spcBef>
                <a:spcPct val="0"/>
              </a:spcBef>
            </a:pPr>
            <a:r>
              <a:rPr sz="1900" b="1" dirty="0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Malgun Gothic"/>
              </a:rPr>
              <a:t>신청 시 </a:t>
            </a:r>
            <a:r>
              <a:rPr sz="1900" b="1" dirty="0" err="1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Malgun Gothic"/>
              </a:rPr>
              <a:t>주의사항</a:t>
            </a:r>
            <a:endParaRPr sz="1900" dirty="0">
              <a:latin typeface="Malgun Gothic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66" name="object 28">
            <a:extLst>
              <a:ext uri="{FF2B5EF4-FFF2-40B4-BE49-F238E27FC236}">
                <a16:creationId xmlns:a16="http://schemas.microsoft.com/office/drawing/2014/main" id="{EC5675F3-993A-789C-A2D9-0D69B3E7C5C0}"/>
              </a:ext>
            </a:extLst>
          </p:cNvPr>
          <p:cNvSpPr txBox="1"/>
          <p:nvPr/>
        </p:nvSpPr>
        <p:spPr>
          <a:xfrm>
            <a:off x="7508544" y="3449506"/>
            <a:ext cx="4601233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spcBef>
                <a:spcPct val="0"/>
              </a:spcBef>
            </a:pPr>
            <a:r>
              <a:rPr sz="1400" dirty="0" err="1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인정과목은</a:t>
            </a:r>
            <a:r>
              <a:rPr sz="1400" dirty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Dotum"/>
              </a:rPr>
              <a:t> 내용과 학점 기준 모두 충족해야 함</a:t>
            </a:r>
            <a:endParaRPr sz="1400" dirty="0">
              <a:latin typeface="Malgun Gothic" panose="020B0503020000020004" pitchFamily="50" charset="-127"/>
              <a:ea typeface="맑은 고딕" panose="020B0503020000020004" pitchFamily="50" charset="-127"/>
              <a:cs typeface="Dotum"/>
            </a:endParaRPr>
          </a:p>
        </p:txBody>
      </p:sp>
      <p:sp>
        <p:nvSpPr>
          <p:cNvPr id="68" name="object 17">
            <a:extLst>
              <a:ext uri="{FF2B5EF4-FFF2-40B4-BE49-F238E27FC236}">
                <a16:creationId xmlns:a16="http://schemas.microsoft.com/office/drawing/2014/main" id="{990A30EA-C05C-7088-ED63-9BF441C80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05" y="489458"/>
            <a:ext cx="6635926" cy="749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dirty="0">
                <a:latin typeface="Malgun Gothic" panose="020B0503020000020004" pitchFamily="50" charset="-127"/>
                <a:ea typeface="맑은 고딕" panose="020B0503020000020004" pitchFamily="50" charset="-127"/>
              </a:rPr>
              <a:t>보충과목 안내 </a:t>
            </a:r>
            <a:r>
              <a:rPr sz="4650" dirty="0">
                <a:latin typeface="Malgun Gothic" panose="020B0503020000020004" pitchFamily="50" charset="-127"/>
                <a:ea typeface="맑은 고딕" panose="020B0503020000020004" pitchFamily="50" charset="-127"/>
                <a:cs typeface="Noto Sans JP Black"/>
              </a:rPr>
              <a:t>(1)</a:t>
            </a:r>
            <a:r>
              <a:rPr dirty="0">
                <a:solidFill>
                  <a:srgbClr val="FF7D00"/>
                </a:solidFill>
                <a:latin typeface="Malgun Gothic" panose="020B0503020000020004" pitchFamily="50" charset="-127"/>
                <a:ea typeface="맑은 고딕" panose="020B0503020000020004" pitchFamily="50" charset="-127"/>
                <a:cs typeface="Verdana"/>
              </a:rPr>
              <a:t>.</a:t>
            </a:r>
            <a:endParaRPr sz="4650" dirty="0">
              <a:latin typeface="Malgun Gothic" panose="020B0503020000020004" pitchFamily="50" charset="-127"/>
              <a:ea typeface="맑은 고딕" panose="020B0503020000020004" pitchFamily="50" charset="-127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23214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154</Words>
  <Application>Microsoft Office PowerPoint</Application>
  <PresentationFormat>사용자 지정</PresentationFormat>
  <Paragraphs>23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Noto Sans JP</vt:lpstr>
      <vt:lpstr>Malgun Gothic</vt:lpstr>
      <vt:lpstr>Malgun Gothic</vt:lpstr>
      <vt:lpstr>Office Theme</vt:lpstr>
      <vt:lpstr>보충과목 안내 (1).</vt:lpstr>
      <vt:lpstr>보충과목 안내 (1).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장순호</cp:lastModifiedBy>
  <cp:revision>36</cp:revision>
  <dcterms:created xsi:type="dcterms:W3CDTF">2025-08-30T13:07:32Z</dcterms:created>
  <dcterms:modified xsi:type="dcterms:W3CDTF">2026-01-08T08:38:00Z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2025-08-30T00:00:00Z</vt:filetime>
  </property>
  <property fmtid="{D5CDD505-2E9C-101B-9397-08002B2CF9AE}" pid="3" name="Producer">
    <vt:lpwstr>pypdf</vt:lpwstr>
  </property>
  <property fmtid="{D5CDD505-2E9C-101B-9397-08002B2CF9AE}" pid="4" name="LastSaved">
    <vt:filetime>2025-08-30T00:00:00Z</vt:filetime>
  </property>
</Properties>
</file>